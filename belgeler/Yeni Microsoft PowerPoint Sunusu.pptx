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7FC6E1-A5D9-455B-8496-DE6ED6E8089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FE215D-9EA1-4C93-BABA-75A2FCF9472D}">
      <dgm:prSet/>
      <dgm:spPr/>
      <dgm:t>
        <a:bodyPr/>
        <a:lstStyle/>
        <a:p>
          <a:r>
            <a:rPr lang="tr-TR" b="1"/>
            <a:t>Problem:</a:t>
          </a:r>
          <a:r>
            <a:rPr lang="tr-TR"/>
            <a:t> Veritabanı (MySQL, PostgreSQL vb.) kurulumlarının manuel yapıldığında karmaşık olması ve zaman kaybına yol  açması.</a:t>
          </a:r>
          <a:endParaRPr lang="en-US"/>
        </a:p>
      </dgm:t>
    </dgm:pt>
    <dgm:pt modelId="{864E3D01-631F-43EA-BF6A-2E081CF617B1}" type="parTrans" cxnId="{00D28805-94A8-4C11-AC8E-CF6B165CD9FC}">
      <dgm:prSet/>
      <dgm:spPr/>
      <dgm:t>
        <a:bodyPr/>
        <a:lstStyle/>
        <a:p>
          <a:endParaRPr lang="en-US"/>
        </a:p>
      </dgm:t>
    </dgm:pt>
    <dgm:pt modelId="{C113E465-02EC-4BF8-BFA7-1DFDE1C78A7C}" type="sibTrans" cxnId="{00D28805-94A8-4C11-AC8E-CF6B165CD9FC}">
      <dgm:prSet/>
      <dgm:spPr/>
      <dgm:t>
        <a:bodyPr/>
        <a:lstStyle/>
        <a:p>
          <a:endParaRPr lang="en-US"/>
        </a:p>
      </dgm:t>
    </dgm:pt>
    <dgm:pt modelId="{19FDD1EB-F30B-4901-B555-62C4AA02F449}">
      <dgm:prSet/>
      <dgm:spPr/>
      <dgm:t>
        <a:bodyPr/>
        <a:lstStyle/>
        <a:p>
          <a:r>
            <a:rPr lang="tr-TR" b="1"/>
            <a:t>Çözüm:</a:t>
          </a:r>
          <a:r>
            <a:rPr lang="tr-TR"/>
            <a:t> Docker teknolojisini kullanarak, veritabanlarını izole, taşınabilir ve tek tıkla kurulabilir hale getirmek.</a:t>
          </a:r>
          <a:endParaRPr lang="en-US"/>
        </a:p>
      </dgm:t>
    </dgm:pt>
    <dgm:pt modelId="{A4D05F13-019A-4D18-9D40-3FE8B47871D8}" type="parTrans" cxnId="{D7E6BB6C-B854-46B3-8E62-56979C9593F2}">
      <dgm:prSet/>
      <dgm:spPr/>
      <dgm:t>
        <a:bodyPr/>
        <a:lstStyle/>
        <a:p>
          <a:endParaRPr lang="en-US"/>
        </a:p>
      </dgm:t>
    </dgm:pt>
    <dgm:pt modelId="{2354014B-8220-4E25-A5DE-9F8313C46C09}" type="sibTrans" cxnId="{D7E6BB6C-B854-46B3-8E62-56979C9593F2}">
      <dgm:prSet/>
      <dgm:spPr/>
      <dgm:t>
        <a:bodyPr/>
        <a:lstStyle/>
        <a:p>
          <a:endParaRPr lang="en-US"/>
        </a:p>
      </dgm:t>
    </dgm:pt>
    <dgm:pt modelId="{3D374FB1-9DC1-4B2E-A2E1-60DF6920AFBA}">
      <dgm:prSet/>
      <dgm:spPr/>
      <dgm:t>
        <a:bodyPr/>
        <a:lstStyle/>
        <a:p>
          <a:r>
            <a:rPr lang="tr-TR" b="1"/>
            <a:t>Hedef:</a:t>
          </a:r>
          <a:r>
            <a:rPr lang="tr-TR"/>
            <a:t> Geliştiricilerin sistem yapılandırmasıyla uğraşmadan hızlıca geliştirme ortamı kurabilmesini sağlamak.</a:t>
          </a:r>
          <a:endParaRPr lang="en-US"/>
        </a:p>
      </dgm:t>
    </dgm:pt>
    <dgm:pt modelId="{290AD9A9-37B7-49E9-BCBB-012E11003EB2}" type="parTrans" cxnId="{015EF5C4-AC15-474A-B6A7-4D427D91202C}">
      <dgm:prSet/>
      <dgm:spPr/>
      <dgm:t>
        <a:bodyPr/>
        <a:lstStyle/>
        <a:p>
          <a:endParaRPr lang="en-US"/>
        </a:p>
      </dgm:t>
    </dgm:pt>
    <dgm:pt modelId="{AD01CE19-AAE3-41E7-BBCD-FE0A64D0D5FD}" type="sibTrans" cxnId="{015EF5C4-AC15-474A-B6A7-4D427D91202C}">
      <dgm:prSet/>
      <dgm:spPr/>
      <dgm:t>
        <a:bodyPr/>
        <a:lstStyle/>
        <a:p>
          <a:endParaRPr lang="en-US"/>
        </a:p>
      </dgm:t>
    </dgm:pt>
    <dgm:pt modelId="{1CD8ED5E-DE20-41DB-ADE7-CFB280EDA100}">
      <dgm:prSet/>
      <dgm:spPr/>
      <dgm:t>
        <a:bodyPr/>
        <a:lstStyle/>
        <a:p>
          <a:r>
            <a:rPr lang="tr-TR" b="1"/>
            <a:t>AI Desteği:</a:t>
          </a:r>
          <a:r>
            <a:rPr lang="tr-TR"/>
            <a:t> Araştırma sürecinde Gemini ve ChatGPT gibi araçlarla farklı veritabanı mimarileri analiz edilmiştir.</a:t>
          </a:r>
          <a:endParaRPr lang="en-US"/>
        </a:p>
      </dgm:t>
    </dgm:pt>
    <dgm:pt modelId="{C5C3E750-2122-4078-A096-06A3BBA2A923}" type="parTrans" cxnId="{AF6363C6-CDB2-4BCA-A303-B5E8866FF67A}">
      <dgm:prSet/>
      <dgm:spPr/>
      <dgm:t>
        <a:bodyPr/>
        <a:lstStyle/>
        <a:p>
          <a:endParaRPr lang="en-US"/>
        </a:p>
      </dgm:t>
    </dgm:pt>
    <dgm:pt modelId="{00C1C41C-CE41-4ED0-B069-2756EDBC0DAA}" type="sibTrans" cxnId="{AF6363C6-CDB2-4BCA-A303-B5E8866FF67A}">
      <dgm:prSet/>
      <dgm:spPr/>
      <dgm:t>
        <a:bodyPr/>
        <a:lstStyle/>
        <a:p>
          <a:endParaRPr lang="en-US"/>
        </a:p>
      </dgm:t>
    </dgm:pt>
    <dgm:pt modelId="{E43B1832-D56B-4561-9722-3C222684D81F}" type="pres">
      <dgm:prSet presAssocID="{837FC6E1-A5D9-455B-8496-DE6ED6E80896}" presName="linear" presStyleCnt="0">
        <dgm:presLayoutVars>
          <dgm:animLvl val="lvl"/>
          <dgm:resizeHandles val="exact"/>
        </dgm:presLayoutVars>
      </dgm:prSet>
      <dgm:spPr/>
    </dgm:pt>
    <dgm:pt modelId="{3E691636-18E3-49FF-85D5-9D582B0BE9CA}" type="pres">
      <dgm:prSet presAssocID="{22FE215D-9EA1-4C93-BABA-75A2FCF9472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779CA32-502B-4111-9E78-B9336EC68C68}" type="pres">
      <dgm:prSet presAssocID="{C113E465-02EC-4BF8-BFA7-1DFDE1C78A7C}" presName="spacer" presStyleCnt="0"/>
      <dgm:spPr/>
    </dgm:pt>
    <dgm:pt modelId="{08AFF247-E8B0-4AEC-A474-2CE9DF760B4E}" type="pres">
      <dgm:prSet presAssocID="{19FDD1EB-F30B-4901-B555-62C4AA02F44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F826CD2-CA44-4F83-8894-CA9EF0844881}" type="pres">
      <dgm:prSet presAssocID="{2354014B-8220-4E25-A5DE-9F8313C46C09}" presName="spacer" presStyleCnt="0"/>
      <dgm:spPr/>
    </dgm:pt>
    <dgm:pt modelId="{A2E39364-2DC1-4416-9D9E-CFCF92F8B990}" type="pres">
      <dgm:prSet presAssocID="{3D374FB1-9DC1-4B2E-A2E1-60DF6920AFB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D367284-93FE-44E6-8DA7-3FF4B0DB1C2C}" type="pres">
      <dgm:prSet presAssocID="{AD01CE19-AAE3-41E7-BBCD-FE0A64D0D5FD}" presName="spacer" presStyleCnt="0"/>
      <dgm:spPr/>
    </dgm:pt>
    <dgm:pt modelId="{4BDFD584-EAC9-448C-9415-B79FE91F46EF}" type="pres">
      <dgm:prSet presAssocID="{1CD8ED5E-DE20-41DB-ADE7-CFB280EDA10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0D28805-94A8-4C11-AC8E-CF6B165CD9FC}" srcId="{837FC6E1-A5D9-455B-8496-DE6ED6E80896}" destId="{22FE215D-9EA1-4C93-BABA-75A2FCF9472D}" srcOrd="0" destOrd="0" parTransId="{864E3D01-631F-43EA-BF6A-2E081CF617B1}" sibTransId="{C113E465-02EC-4BF8-BFA7-1DFDE1C78A7C}"/>
    <dgm:cxn modelId="{F6078F49-ED36-4B3A-BA31-6C14F93122D4}" type="presOf" srcId="{3D374FB1-9DC1-4B2E-A2E1-60DF6920AFBA}" destId="{A2E39364-2DC1-4416-9D9E-CFCF92F8B990}" srcOrd="0" destOrd="0" presId="urn:microsoft.com/office/officeart/2005/8/layout/vList2"/>
    <dgm:cxn modelId="{D7E6BB6C-B854-46B3-8E62-56979C9593F2}" srcId="{837FC6E1-A5D9-455B-8496-DE6ED6E80896}" destId="{19FDD1EB-F30B-4901-B555-62C4AA02F449}" srcOrd="1" destOrd="0" parTransId="{A4D05F13-019A-4D18-9D40-3FE8B47871D8}" sibTransId="{2354014B-8220-4E25-A5DE-9F8313C46C09}"/>
    <dgm:cxn modelId="{6F58A455-8FAE-4A0B-84F5-BC9823DAC25E}" type="presOf" srcId="{22FE215D-9EA1-4C93-BABA-75A2FCF9472D}" destId="{3E691636-18E3-49FF-85D5-9D582B0BE9CA}" srcOrd="0" destOrd="0" presId="urn:microsoft.com/office/officeart/2005/8/layout/vList2"/>
    <dgm:cxn modelId="{6D7A9680-5DAF-4DEF-BD2B-DE6185F430B4}" type="presOf" srcId="{837FC6E1-A5D9-455B-8496-DE6ED6E80896}" destId="{E43B1832-D56B-4561-9722-3C222684D81F}" srcOrd="0" destOrd="0" presId="urn:microsoft.com/office/officeart/2005/8/layout/vList2"/>
    <dgm:cxn modelId="{3B808F95-C0A5-49E6-A055-97510958AC78}" type="presOf" srcId="{19FDD1EB-F30B-4901-B555-62C4AA02F449}" destId="{08AFF247-E8B0-4AEC-A474-2CE9DF760B4E}" srcOrd="0" destOrd="0" presId="urn:microsoft.com/office/officeart/2005/8/layout/vList2"/>
    <dgm:cxn modelId="{015EF5C4-AC15-474A-B6A7-4D427D91202C}" srcId="{837FC6E1-A5D9-455B-8496-DE6ED6E80896}" destId="{3D374FB1-9DC1-4B2E-A2E1-60DF6920AFBA}" srcOrd="2" destOrd="0" parTransId="{290AD9A9-37B7-49E9-BCBB-012E11003EB2}" sibTransId="{AD01CE19-AAE3-41E7-BBCD-FE0A64D0D5FD}"/>
    <dgm:cxn modelId="{AF6363C6-CDB2-4BCA-A303-B5E8866FF67A}" srcId="{837FC6E1-A5D9-455B-8496-DE6ED6E80896}" destId="{1CD8ED5E-DE20-41DB-ADE7-CFB280EDA100}" srcOrd="3" destOrd="0" parTransId="{C5C3E750-2122-4078-A096-06A3BBA2A923}" sibTransId="{00C1C41C-CE41-4ED0-B069-2756EDBC0DAA}"/>
    <dgm:cxn modelId="{1B179EC6-F1C8-4238-932D-F944A8BC3F1B}" type="presOf" srcId="{1CD8ED5E-DE20-41DB-ADE7-CFB280EDA100}" destId="{4BDFD584-EAC9-448C-9415-B79FE91F46EF}" srcOrd="0" destOrd="0" presId="urn:microsoft.com/office/officeart/2005/8/layout/vList2"/>
    <dgm:cxn modelId="{7F1576F3-7B54-42A9-9814-527B7C3A3CB9}" type="presParOf" srcId="{E43B1832-D56B-4561-9722-3C222684D81F}" destId="{3E691636-18E3-49FF-85D5-9D582B0BE9CA}" srcOrd="0" destOrd="0" presId="urn:microsoft.com/office/officeart/2005/8/layout/vList2"/>
    <dgm:cxn modelId="{5902EB00-9282-48FA-9A90-1CADB26BE571}" type="presParOf" srcId="{E43B1832-D56B-4561-9722-3C222684D81F}" destId="{9779CA32-502B-4111-9E78-B9336EC68C68}" srcOrd="1" destOrd="0" presId="urn:microsoft.com/office/officeart/2005/8/layout/vList2"/>
    <dgm:cxn modelId="{ACF38C39-C5BD-481B-AF85-1904A7FB78EF}" type="presParOf" srcId="{E43B1832-D56B-4561-9722-3C222684D81F}" destId="{08AFF247-E8B0-4AEC-A474-2CE9DF760B4E}" srcOrd="2" destOrd="0" presId="urn:microsoft.com/office/officeart/2005/8/layout/vList2"/>
    <dgm:cxn modelId="{5E43EFDD-610C-4E36-BB59-E54F24D5CEA9}" type="presParOf" srcId="{E43B1832-D56B-4561-9722-3C222684D81F}" destId="{7F826CD2-CA44-4F83-8894-CA9EF0844881}" srcOrd="3" destOrd="0" presId="urn:microsoft.com/office/officeart/2005/8/layout/vList2"/>
    <dgm:cxn modelId="{4BE464A4-4B5C-4979-92B2-F5C54B851C96}" type="presParOf" srcId="{E43B1832-D56B-4561-9722-3C222684D81F}" destId="{A2E39364-2DC1-4416-9D9E-CFCF92F8B990}" srcOrd="4" destOrd="0" presId="urn:microsoft.com/office/officeart/2005/8/layout/vList2"/>
    <dgm:cxn modelId="{1D1C1FFA-E709-4E87-9D7E-2B4F8270FC7D}" type="presParOf" srcId="{E43B1832-D56B-4561-9722-3C222684D81F}" destId="{0D367284-93FE-44E6-8DA7-3FF4B0DB1C2C}" srcOrd="5" destOrd="0" presId="urn:microsoft.com/office/officeart/2005/8/layout/vList2"/>
    <dgm:cxn modelId="{FBB8660D-9371-4787-A3ED-6183CA83B4CD}" type="presParOf" srcId="{E43B1832-D56B-4561-9722-3C222684D81F}" destId="{4BDFD584-EAC9-448C-9415-B79FE91F46E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39E684-AADE-4878-B869-4A3D4CEA0BB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31D60BA-2C87-449F-B0F1-E5C1203C2A73}">
      <dgm:prSet/>
      <dgm:spPr/>
      <dgm:t>
        <a:bodyPr/>
        <a:lstStyle/>
        <a:p>
          <a:r>
            <a:rPr lang="tr-TR" b="1"/>
            <a:t>Programlama Dili:</a:t>
          </a:r>
          <a:r>
            <a:rPr lang="tr-TR"/>
            <a:t> Python 3.x (Otomasyon ve mantıksal süreçlerin yönetimi için seçilmiştir).</a:t>
          </a:r>
          <a:endParaRPr lang="en-US"/>
        </a:p>
      </dgm:t>
    </dgm:pt>
    <dgm:pt modelId="{B22924CC-03AC-4401-ADCA-E71B1942429F}" type="parTrans" cxnId="{F04AFFB6-BA9E-42CF-856D-640E7E06834A}">
      <dgm:prSet/>
      <dgm:spPr/>
      <dgm:t>
        <a:bodyPr/>
        <a:lstStyle/>
        <a:p>
          <a:endParaRPr lang="en-US"/>
        </a:p>
      </dgm:t>
    </dgm:pt>
    <dgm:pt modelId="{501F0160-3027-45A6-AFF5-7A29CEC7861B}" type="sibTrans" cxnId="{F04AFFB6-BA9E-42CF-856D-640E7E06834A}">
      <dgm:prSet/>
      <dgm:spPr/>
      <dgm:t>
        <a:bodyPr/>
        <a:lstStyle/>
        <a:p>
          <a:endParaRPr lang="en-US"/>
        </a:p>
      </dgm:t>
    </dgm:pt>
    <dgm:pt modelId="{2DA74298-5DFC-4817-9945-1C5784C152D4}">
      <dgm:prSet/>
      <dgm:spPr/>
      <dgm:t>
        <a:bodyPr/>
        <a:lstStyle/>
        <a:p>
          <a:r>
            <a:rPr lang="tr-TR" b="1"/>
            <a:t>Konteyner Teknolojisi:</a:t>
          </a:r>
          <a:r>
            <a:rPr lang="tr-TR"/>
            <a:t> Docker &amp; Docker Compose (İzole ve taşınabilir veritabanı ortamları oluşturmak için).</a:t>
          </a:r>
          <a:endParaRPr lang="en-US"/>
        </a:p>
      </dgm:t>
    </dgm:pt>
    <dgm:pt modelId="{E44683EF-317F-494E-9A8A-8AE8D7970833}" type="parTrans" cxnId="{AB0ED2A0-DD80-485B-A7E8-A6A78C3A3D58}">
      <dgm:prSet/>
      <dgm:spPr/>
      <dgm:t>
        <a:bodyPr/>
        <a:lstStyle/>
        <a:p>
          <a:endParaRPr lang="en-US"/>
        </a:p>
      </dgm:t>
    </dgm:pt>
    <dgm:pt modelId="{202FA6FD-E411-4788-980B-D4EAA14C8CD9}" type="sibTrans" cxnId="{AB0ED2A0-DD80-485B-A7E8-A6A78C3A3D58}">
      <dgm:prSet/>
      <dgm:spPr/>
      <dgm:t>
        <a:bodyPr/>
        <a:lstStyle/>
        <a:p>
          <a:endParaRPr lang="en-US"/>
        </a:p>
      </dgm:t>
    </dgm:pt>
    <dgm:pt modelId="{F34CA897-533E-41AB-A248-C614784B77CB}">
      <dgm:prSet/>
      <dgm:spPr/>
      <dgm:t>
        <a:bodyPr/>
        <a:lstStyle/>
        <a:p>
          <a:r>
            <a:rPr lang="tr-TR" b="1"/>
            <a:t>Desteklenen Sistemler:</a:t>
          </a:r>
          <a:r>
            <a:rPr lang="tr-TR"/>
            <a:t> MySQL, PostgreSQL ve SQLite entegrasyonu.</a:t>
          </a:r>
          <a:endParaRPr lang="en-US"/>
        </a:p>
      </dgm:t>
    </dgm:pt>
    <dgm:pt modelId="{C5490327-04E2-46EC-AA8E-D8067C25FFF7}" type="parTrans" cxnId="{846F9E09-2B83-4029-AF64-E7C364C9EC33}">
      <dgm:prSet/>
      <dgm:spPr/>
      <dgm:t>
        <a:bodyPr/>
        <a:lstStyle/>
        <a:p>
          <a:endParaRPr lang="en-US"/>
        </a:p>
      </dgm:t>
    </dgm:pt>
    <dgm:pt modelId="{F5790FA7-3E79-4FFD-A3FB-7CA20991EF0C}" type="sibTrans" cxnId="{846F9E09-2B83-4029-AF64-E7C364C9EC33}">
      <dgm:prSet/>
      <dgm:spPr/>
      <dgm:t>
        <a:bodyPr/>
        <a:lstStyle/>
        <a:p>
          <a:endParaRPr lang="en-US"/>
        </a:p>
      </dgm:t>
    </dgm:pt>
    <dgm:pt modelId="{021D4521-D74F-4624-89F9-D96421D48956}">
      <dgm:prSet/>
      <dgm:spPr/>
      <dgm:t>
        <a:bodyPr/>
        <a:lstStyle/>
        <a:p>
          <a:r>
            <a:rPr lang="tr-TR" b="1"/>
            <a:t>Otomasyon (Self-Check):</a:t>
          </a:r>
          <a:r>
            <a:rPr lang="tr-TR"/>
            <a:t> Sistem, çalışma anında Docker Engine’in aktif olup olmadığını otomatik olarak kontrol eder (Adım 8/9 kriteri).</a:t>
          </a:r>
          <a:endParaRPr lang="en-US"/>
        </a:p>
      </dgm:t>
    </dgm:pt>
    <dgm:pt modelId="{9872CADC-3DE4-448B-9FA9-16F24A234EA2}" type="parTrans" cxnId="{05B7F1F1-9EE7-45EA-9125-BDAFE21D0390}">
      <dgm:prSet/>
      <dgm:spPr/>
      <dgm:t>
        <a:bodyPr/>
        <a:lstStyle/>
        <a:p>
          <a:endParaRPr lang="en-US"/>
        </a:p>
      </dgm:t>
    </dgm:pt>
    <dgm:pt modelId="{69217F84-EE04-4799-8770-BC2CC814BE2C}" type="sibTrans" cxnId="{05B7F1F1-9EE7-45EA-9125-BDAFE21D0390}">
      <dgm:prSet/>
      <dgm:spPr/>
      <dgm:t>
        <a:bodyPr/>
        <a:lstStyle/>
        <a:p>
          <a:endParaRPr lang="en-US"/>
        </a:p>
      </dgm:t>
    </dgm:pt>
    <dgm:pt modelId="{1B0B2EBC-E99C-4947-AB7D-166868F19979}">
      <dgm:prSet/>
      <dgm:spPr/>
      <dgm:t>
        <a:bodyPr/>
        <a:lstStyle/>
        <a:p>
          <a:r>
            <a:rPr lang="tr-TR" b="1"/>
            <a:t>Veri Yapısı:</a:t>
          </a:r>
          <a:r>
            <a:rPr lang="tr-TR"/>
            <a:t> Proje metadataları hocanın istediği JSON formatında (specs/proje_bilgisi.json) tutulmaktadır.</a:t>
          </a:r>
          <a:endParaRPr lang="en-US"/>
        </a:p>
      </dgm:t>
    </dgm:pt>
    <dgm:pt modelId="{3E28EC9B-963D-4389-B0E3-20333D2640C8}" type="parTrans" cxnId="{A3EF94F2-6E53-4B9C-8B9A-AAB371CA9A49}">
      <dgm:prSet/>
      <dgm:spPr/>
      <dgm:t>
        <a:bodyPr/>
        <a:lstStyle/>
        <a:p>
          <a:endParaRPr lang="en-US"/>
        </a:p>
      </dgm:t>
    </dgm:pt>
    <dgm:pt modelId="{EF2D9942-18FB-421B-B1E4-164E81D71DB2}" type="sibTrans" cxnId="{A3EF94F2-6E53-4B9C-8B9A-AAB371CA9A49}">
      <dgm:prSet/>
      <dgm:spPr/>
      <dgm:t>
        <a:bodyPr/>
        <a:lstStyle/>
        <a:p>
          <a:endParaRPr lang="en-US"/>
        </a:p>
      </dgm:t>
    </dgm:pt>
    <dgm:pt modelId="{6F7F8427-23FE-4741-9E12-CCA78494313A}" type="pres">
      <dgm:prSet presAssocID="{6E39E684-AADE-4878-B869-4A3D4CEA0BB3}" presName="root" presStyleCnt="0">
        <dgm:presLayoutVars>
          <dgm:dir/>
          <dgm:resizeHandles val="exact"/>
        </dgm:presLayoutVars>
      </dgm:prSet>
      <dgm:spPr/>
    </dgm:pt>
    <dgm:pt modelId="{F5B7777D-D772-412A-8238-F791C223CD04}" type="pres">
      <dgm:prSet presAssocID="{931D60BA-2C87-449F-B0F1-E5C1203C2A73}" presName="compNode" presStyleCnt="0"/>
      <dgm:spPr/>
    </dgm:pt>
    <dgm:pt modelId="{DF62F78B-0878-4BC6-92C2-84F61E5AB487}" type="pres">
      <dgm:prSet presAssocID="{931D60BA-2C87-449F-B0F1-E5C1203C2A7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cı"/>
        </a:ext>
      </dgm:extLst>
    </dgm:pt>
    <dgm:pt modelId="{2C92A012-2693-4FEF-AB4C-61CBDE1B6BE5}" type="pres">
      <dgm:prSet presAssocID="{931D60BA-2C87-449F-B0F1-E5C1203C2A73}" presName="spaceRect" presStyleCnt="0"/>
      <dgm:spPr/>
    </dgm:pt>
    <dgm:pt modelId="{2FD73667-BA68-4B1B-8AFD-C2EBD179988A}" type="pres">
      <dgm:prSet presAssocID="{931D60BA-2C87-449F-B0F1-E5C1203C2A73}" presName="textRect" presStyleLbl="revTx" presStyleIdx="0" presStyleCnt="5">
        <dgm:presLayoutVars>
          <dgm:chMax val="1"/>
          <dgm:chPref val="1"/>
        </dgm:presLayoutVars>
      </dgm:prSet>
      <dgm:spPr/>
    </dgm:pt>
    <dgm:pt modelId="{16B95459-6336-4064-98E1-17A11469E2FA}" type="pres">
      <dgm:prSet presAssocID="{501F0160-3027-45A6-AFF5-7A29CEC7861B}" presName="sibTrans" presStyleCnt="0"/>
      <dgm:spPr/>
    </dgm:pt>
    <dgm:pt modelId="{A619323C-B4B9-4E30-8080-ECD0E149E029}" type="pres">
      <dgm:prSet presAssocID="{2DA74298-5DFC-4817-9945-1C5784C152D4}" presName="compNode" presStyleCnt="0"/>
      <dgm:spPr/>
    </dgm:pt>
    <dgm:pt modelId="{2D860885-DA4A-4E93-97D4-1A8883B7B21D}" type="pres">
      <dgm:prSet presAssocID="{2DA74298-5DFC-4817-9945-1C5784C152D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i tabanı"/>
        </a:ext>
      </dgm:extLst>
    </dgm:pt>
    <dgm:pt modelId="{E6F4CCFE-9723-4028-807F-536DD3BA1AA3}" type="pres">
      <dgm:prSet presAssocID="{2DA74298-5DFC-4817-9945-1C5784C152D4}" presName="spaceRect" presStyleCnt="0"/>
      <dgm:spPr/>
    </dgm:pt>
    <dgm:pt modelId="{04B6D60F-D73D-4BC8-9A60-2D91E93F9872}" type="pres">
      <dgm:prSet presAssocID="{2DA74298-5DFC-4817-9945-1C5784C152D4}" presName="textRect" presStyleLbl="revTx" presStyleIdx="1" presStyleCnt="5">
        <dgm:presLayoutVars>
          <dgm:chMax val="1"/>
          <dgm:chPref val="1"/>
        </dgm:presLayoutVars>
      </dgm:prSet>
      <dgm:spPr/>
    </dgm:pt>
    <dgm:pt modelId="{8690BA12-C7C2-42D5-88BD-2072B725EE0C}" type="pres">
      <dgm:prSet presAssocID="{202FA6FD-E411-4788-980B-D4EAA14C8CD9}" presName="sibTrans" presStyleCnt="0"/>
      <dgm:spPr/>
    </dgm:pt>
    <dgm:pt modelId="{B0A3DC5D-34CA-4F97-9E75-2371ED5C1FE5}" type="pres">
      <dgm:prSet presAssocID="{F34CA897-533E-41AB-A248-C614784B77CB}" presName="compNode" presStyleCnt="0"/>
      <dgm:spPr/>
    </dgm:pt>
    <dgm:pt modelId="{D1B689EA-5387-43CC-8789-EA905E13EF02}" type="pres">
      <dgm:prSet presAssocID="{F34CA897-533E-41AB-A248-C614784B77C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V"/>
        </a:ext>
      </dgm:extLst>
    </dgm:pt>
    <dgm:pt modelId="{EED0176B-E624-4FEC-A6A7-9645F40A5EB2}" type="pres">
      <dgm:prSet presAssocID="{F34CA897-533E-41AB-A248-C614784B77CB}" presName="spaceRect" presStyleCnt="0"/>
      <dgm:spPr/>
    </dgm:pt>
    <dgm:pt modelId="{A191EA4F-397F-482A-957A-A113AFEB1C0E}" type="pres">
      <dgm:prSet presAssocID="{F34CA897-533E-41AB-A248-C614784B77CB}" presName="textRect" presStyleLbl="revTx" presStyleIdx="2" presStyleCnt="5">
        <dgm:presLayoutVars>
          <dgm:chMax val="1"/>
          <dgm:chPref val="1"/>
        </dgm:presLayoutVars>
      </dgm:prSet>
      <dgm:spPr/>
    </dgm:pt>
    <dgm:pt modelId="{8318B213-CCD0-4351-8451-4516654DF473}" type="pres">
      <dgm:prSet presAssocID="{F5790FA7-3E79-4FFD-A3FB-7CA20991EF0C}" presName="sibTrans" presStyleCnt="0"/>
      <dgm:spPr/>
    </dgm:pt>
    <dgm:pt modelId="{A56139F2-A7A8-4AE5-A7EA-37042AC72A50}" type="pres">
      <dgm:prSet presAssocID="{021D4521-D74F-4624-89F9-D96421D48956}" presName="compNode" presStyleCnt="0"/>
      <dgm:spPr/>
    </dgm:pt>
    <dgm:pt modelId="{71955C41-426C-4418-988A-4F6E2BC70512}" type="pres">
      <dgm:prSet presAssocID="{021D4521-D74F-4624-89F9-D96421D4895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F3F67F3F-A10B-4B89-9D57-8E4C81A2D237}" type="pres">
      <dgm:prSet presAssocID="{021D4521-D74F-4624-89F9-D96421D48956}" presName="spaceRect" presStyleCnt="0"/>
      <dgm:spPr/>
    </dgm:pt>
    <dgm:pt modelId="{3F5CE3A5-D9FB-416E-99CF-E2BC45F8D85F}" type="pres">
      <dgm:prSet presAssocID="{021D4521-D74F-4624-89F9-D96421D48956}" presName="textRect" presStyleLbl="revTx" presStyleIdx="3" presStyleCnt="5">
        <dgm:presLayoutVars>
          <dgm:chMax val="1"/>
          <dgm:chPref val="1"/>
        </dgm:presLayoutVars>
      </dgm:prSet>
      <dgm:spPr/>
    </dgm:pt>
    <dgm:pt modelId="{AB218601-62A6-400C-AF9E-8EDE297E1644}" type="pres">
      <dgm:prSet presAssocID="{69217F84-EE04-4799-8770-BC2CC814BE2C}" presName="sibTrans" presStyleCnt="0"/>
      <dgm:spPr/>
    </dgm:pt>
    <dgm:pt modelId="{3589692F-5B58-4818-A677-0E1520ECD3B1}" type="pres">
      <dgm:prSet presAssocID="{1B0B2EBC-E99C-4947-AB7D-166868F19979}" presName="compNode" presStyleCnt="0"/>
      <dgm:spPr/>
    </dgm:pt>
    <dgm:pt modelId="{73E82578-E081-472A-BCBD-705A2991712E}" type="pres">
      <dgm:prSet presAssocID="{1B0B2EBC-E99C-4947-AB7D-166868F1997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kış Çizelgesi"/>
        </a:ext>
      </dgm:extLst>
    </dgm:pt>
    <dgm:pt modelId="{A4814AC8-6828-48F9-90F2-3555F40FD0D7}" type="pres">
      <dgm:prSet presAssocID="{1B0B2EBC-E99C-4947-AB7D-166868F19979}" presName="spaceRect" presStyleCnt="0"/>
      <dgm:spPr/>
    </dgm:pt>
    <dgm:pt modelId="{B4479069-A602-4D66-9D73-D152275DFD3D}" type="pres">
      <dgm:prSet presAssocID="{1B0B2EBC-E99C-4947-AB7D-166868F1997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46F9E09-2B83-4029-AF64-E7C364C9EC33}" srcId="{6E39E684-AADE-4878-B869-4A3D4CEA0BB3}" destId="{F34CA897-533E-41AB-A248-C614784B77CB}" srcOrd="2" destOrd="0" parTransId="{C5490327-04E2-46EC-AA8E-D8067C25FFF7}" sibTransId="{F5790FA7-3E79-4FFD-A3FB-7CA20991EF0C}"/>
    <dgm:cxn modelId="{98FBB50A-1D0B-4C65-B234-907C79783D9C}" type="presOf" srcId="{1B0B2EBC-E99C-4947-AB7D-166868F19979}" destId="{B4479069-A602-4D66-9D73-D152275DFD3D}" srcOrd="0" destOrd="0" presId="urn:microsoft.com/office/officeart/2018/2/layout/IconLabelList"/>
    <dgm:cxn modelId="{FC23355F-979C-48B0-8184-F84B1B33EA23}" type="presOf" srcId="{931D60BA-2C87-449F-B0F1-E5C1203C2A73}" destId="{2FD73667-BA68-4B1B-8AFD-C2EBD179988A}" srcOrd="0" destOrd="0" presId="urn:microsoft.com/office/officeart/2018/2/layout/IconLabelList"/>
    <dgm:cxn modelId="{C8681448-762B-4301-8014-58A2FD915910}" type="presOf" srcId="{F34CA897-533E-41AB-A248-C614784B77CB}" destId="{A191EA4F-397F-482A-957A-A113AFEB1C0E}" srcOrd="0" destOrd="0" presId="urn:microsoft.com/office/officeart/2018/2/layout/IconLabelList"/>
    <dgm:cxn modelId="{8F1DE974-B7ED-4835-A5B3-9BACF652B8E6}" type="presOf" srcId="{021D4521-D74F-4624-89F9-D96421D48956}" destId="{3F5CE3A5-D9FB-416E-99CF-E2BC45F8D85F}" srcOrd="0" destOrd="0" presId="urn:microsoft.com/office/officeart/2018/2/layout/IconLabelList"/>
    <dgm:cxn modelId="{EFBD027D-BB71-4E71-9CB7-1140EA603161}" type="presOf" srcId="{6E39E684-AADE-4878-B869-4A3D4CEA0BB3}" destId="{6F7F8427-23FE-4741-9E12-CCA78494313A}" srcOrd="0" destOrd="0" presId="urn:microsoft.com/office/officeart/2018/2/layout/IconLabelList"/>
    <dgm:cxn modelId="{3080BC89-E297-4922-A2C9-0E4D368EB6F2}" type="presOf" srcId="{2DA74298-5DFC-4817-9945-1C5784C152D4}" destId="{04B6D60F-D73D-4BC8-9A60-2D91E93F9872}" srcOrd="0" destOrd="0" presId="urn:microsoft.com/office/officeart/2018/2/layout/IconLabelList"/>
    <dgm:cxn modelId="{AB0ED2A0-DD80-485B-A7E8-A6A78C3A3D58}" srcId="{6E39E684-AADE-4878-B869-4A3D4CEA0BB3}" destId="{2DA74298-5DFC-4817-9945-1C5784C152D4}" srcOrd="1" destOrd="0" parTransId="{E44683EF-317F-494E-9A8A-8AE8D7970833}" sibTransId="{202FA6FD-E411-4788-980B-D4EAA14C8CD9}"/>
    <dgm:cxn modelId="{F04AFFB6-BA9E-42CF-856D-640E7E06834A}" srcId="{6E39E684-AADE-4878-B869-4A3D4CEA0BB3}" destId="{931D60BA-2C87-449F-B0F1-E5C1203C2A73}" srcOrd="0" destOrd="0" parTransId="{B22924CC-03AC-4401-ADCA-E71B1942429F}" sibTransId="{501F0160-3027-45A6-AFF5-7A29CEC7861B}"/>
    <dgm:cxn modelId="{05B7F1F1-9EE7-45EA-9125-BDAFE21D0390}" srcId="{6E39E684-AADE-4878-B869-4A3D4CEA0BB3}" destId="{021D4521-D74F-4624-89F9-D96421D48956}" srcOrd="3" destOrd="0" parTransId="{9872CADC-3DE4-448B-9FA9-16F24A234EA2}" sibTransId="{69217F84-EE04-4799-8770-BC2CC814BE2C}"/>
    <dgm:cxn modelId="{A3EF94F2-6E53-4B9C-8B9A-AAB371CA9A49}" srcId="{6E39E684-AADE-4878-B869-4A3D4CEA0BB3}" destId="{1B0B2EBC-E99C-4947-AB7D-166868F19979}" srcOrd="4" destOrd="0" parTransId="{3E28EC9B-963D-4389-B0E3-20333D2640C8}" sibTransId="{EF2D9942-18FB-421B-B1E4-164E81D71DB2}"/>
    <dgm:cxn modelId="{E3F9ABAE-6A72-4193-A9FB-555634D6D5CD}" type="presParOf" srcId="{6F7F8427-23FE-4741-9E12-CCA78494313A}" destId="{F5B7777D-D772-412A-8238-F791C223CD04}" srcOrd="0" destOrd="0" presId="urn:microsoft.com/office/officeart/2018/2/layout/IconLabelList"/>
    <dgm:cxn modelId="{8A8CD80F-2BC6-4AB9-A3E2-52CD4CEEE3C6}" type="presParOf" srcId="{F5B7777D-D772-412A-8238-F791C223CD04}" destId="{DF62F78B-0878-4BC6-92C2-84F61E5AB487}" srcOrd="0" destOrd="0" presId="urn:microsoft.com/office/officeart/2018/2/layout/IconLabelList"/>
    <dgm:cxn modelId="{0F1EA108-903A-4A47-8994-53AE17482354}" type="presParOf" srcId="{F5B7777D-D772-412A-8238-F791C223CD04}" destId="{2C92A012-2693-4FEF-AB4C-61CBDE1B6BE5}" srcOrd="1" destOrd="0" presId="urn:microsoft.com/office/officeart/2018/2/layout/IconLabelList"/>
    <dgm:cxn modelId="{B1C36F93-8E5C-41F5-AC52-70761D43FEAA}" type="presParOf" srcId="{F5B7777D-D772-412A-8238-F791C223CD04}" destId="{2FD73667-BA68-4B1B-8AFD-C2EBD179988A}" srcOrd="2" destOrd="0" presId="urn:microsoft.com/office/officeart/2018/2/layout/IconLabelList"/>
    <dgm:cxn modelId="{CCFED2BC-D052-4BEC-8593-AB5E2B0B3777}" type="presParOf" srcId="{6F7F8427-23FE-4741-9E12-CCA78494313A}" destId="{16B95459-6336-4064-98E1-17A11469E2FA}" srcOrd="1" destOrd="0" presId="urn:microsoft.com/office/officeart/2018/2/layout/IconLabelList"/>
    <dgm:cxn modelId="{E47A5DD0-E81D-4C74-A758-D37E1D6FA61C}" type="presParOf" srcId="{6F7F8427-23FE-4741-9E12-CCA78494313A}" destId="{A619323C-B4B9-4E30-8080-ECD0E149E029}" srcOrd="2" destOrd="0" presId="urn:microsoft.com/office/officeart/2018/2/layout/IconLabelList"/>
    <dgm:cxn modelId="{305F0670-3CB7-4002-8082-FA58FC8B2435}" type="presParOf" srcId="{A619323C-B4B9-4E30-8080-ECD0E149E029}" destId="{2D860885-DA4A-4E93-97D4-1A8883B7B21D}" srcOrd="0" destOrd="0" presId="urn:microsoft.com/office/officeart/2018/2/layout/IconLabelList"/>
    <dgm:cxn modelId="{7529E49E-90EB-4CC0-B980-B066D297863A}" type="presParOf" srcId="{A619323C-B4B9-4E30-8080-ECD0E149E029}" destId="{E6F4CCFE-9723-4028-807F-536DD3BA1AA3}" srcOrd="1" destOrd="0" presId="urn:microsoft.com/office/officeart/2018/2/layout/IconLabelList"/>
    <dgm:cxn modelId="{BCA429D1-3EF6-4DCF-8F03-1656A07FECF7}" type="presParOf" srcId="{A619323C-B4B9-4E30-8080-ECD0E149E029}" destId="{04B6D60F-D73D-4BC8-9A60-2D91E93F9872}" srcOrd="2" destOrd="0" presId="urn:microsoft.com/office/officeart/2018/2/layout/IconLabelList"/>
    <dgm:cxn modelId="{45EE31DB-84E5-4CFB-97A5-2E1FD618B11A}" type="presParOf" srcId="{6F7F8427-23FE-4741-9E12-CCA78494313A}" destId="{8690BA12-C7C2-42D5-88BD-2072B725EE0C}" srcOrd="3" destOrd="0" presId="urn:microsoft.com/office/officeart/2018/2/layout/IconLabelList"/>
    <dgm:cxn modelId="{0C089998-5A90-4702-A024-EFCB1AACEEC4}" type="presParOf" srcId="{6F7F8427-23FE-4741-9E12-CCA78494313A}" destId="{B0A3DC5D-34CA-4F97-9E75-2371ED5C1FE5}" srcOrd="4" destOrd="0" presId="urn:microsoft.com/office/officeart/2018/2/layout/IconLabelList"/>
    <dgm:cxn modelId="{6A859D68-6701-476D-BC8A-1FFC941E1E87}" type="presParOf" srcId="{B0A3DC5D-34CA-4F97-9E75-2371ED5C1FE5}" destId="{D1B689EA-5387-43CC-8789-EA905E13EF02}" srcOrd="0" destOrd="0" presId="urn:microsoft.com/office/officeart/2018/2/layout/IconLabelList"/>
    <dgm:cxn modelId="{0BFA037B-56F5-4015-9C2E-5522725B2BB4}" type="presParOf" srcId="{B0A3DC5D-34CA-4F97-9E75-2371ED5C1FE5}" destId="{EED0176B-E624-4FEC-A6A7-9645F40A5EB2}" srcOrd="1" destOrd="0" presId="urn:microsoft.com/office/officeart/2018/2/layout/IconLabelList"/>
    <dgm:cxn modelId="{98CF6F6D-6004-438C-9D19-37230F799BDC}" type="presParOf" srcId="{B0A3DC5D-34CA-4F97-9E75-2371ED5C1FE5}" destId="{A191EA4F-397F-482A-957A-A113AFEB1C0E}" srcOrd="2" destOrd="0" presId="urn:microsoft.com/office/officeart/2018/2/layout/IconLabelList"/>
    <dgm:cxn modelId="{0BD3F140-CE42-43B2-A4D6-87B48FA8BCEE}" type="presParOf" srcId="{6F7F8427-23FE-4741-9E12-CCA78494313A}" destId="{8318B213-CCD0-4351-8451-4516654DF473}" srcOrd="5" destOrd="0" presId="urn:microsoft.com/office/officeart/2018/2/layout/IconLabelList"/>
    <dgm:cxn modelId="{3ECE5407-4597-4085-9858-AF14EA2F41DE}" type="presParOf" srcId="{6F7F8427-23FE-4741-9E12-CCA78494313A}" destId="{A56139F2-A7A8-4AE5-A7EA-37042AC72A50}" srcOrd="6" destOrd="0" presId="urn:microsoft.com/office/officeart/2018/2/layout/IconLabelList"/>
    <dgm:cxn modelId="{010EEBCF-5FB6-4690-996C-99F4818D6C16}" type="presParOf" srcId="{A56139F2-A7A8-4AE5-A7EA-37042AC72A50}" destId="{71955C41-426C-4418-988A-4F6E2BC70512}" srcOrd="0" destOrd="0" presId="urn:microsoft.com/office/officeart/2018/2/layout/IconLabelList"/>
    <dgm:cxn modelId="{980AE9D4-F37D-47A1-9342-9F6DF29C4ABC}" type="presParOf" srcId="{A56139F2-A7A8-4AE5-A7EA-37042AC72A50}" destId="{F3F67F3F-A10B-4B89-9D57-8E4C81A2D237}" srcOrd="1" destOrd="0" presId="urn:microsoft.com/office/officeart/2018/2/layout/IconLabelList"/>
    <dgm:cxn modelId="{231955B1-7A07-4CED-BC29-1EE61BF94F8C}" type="presParOf" srcId="{A56139F2-A7A8-4AE5-A7EA-37042AC72A50}" destId="{3F5CE3A5-D9FB-416E-99CF-E2BC45F8D85F}" srcOrd="2" destOrd="0" presId="urn:microsoft.com/office/officeart/2018/2/layout/IconLabelList"/>
    <dgm:cxn modelId="{2E11E9EA-5866-49BB-AC3F-F4D51FA0E746}" type="presParOf" srcId="{6F7F8427-23FE-4741-9E12-CCA78494313A}" destId="{AB218601-62A6-400C-AF9E-8EDE297E1644}" srcOrd="7" destOrd="0" presId="urn:microsoft.com/office/officeart/2018/2/layout/IconLabelList"/>
    <dgm:cxn modelId="{B164A0D9-C6C1-4294-A8B2-512A257904DB}" type="presParOf" srcId="{6F7F8427-23FE-4741-9E12-CCA78494313A}" destId="{3589692F-5B58-4818-A677-0E1520ECD3B1}" srcOrd="8" destOrd="0" presId="urn:microsoft.com/office/officeart/2018/2/layout/IconLabelList"/>
    <dgm:cxn modelId="{2A3B9050-577B-4D83-90CC-D2F45580132D}" type="presParOf" srcId="{3589692F-5B58-4818-A677-0E1520ECD3B1}" destId="{73E82578-E081-472A-BCBD-705A2991712E}" srcOrd="0" destOrd="0" presId="urn:microsoft.com/office/officeart/2018/2/layout/IconLabelList"/>
    <dgm:cxn modelId="{854F6620-063D-4118-BBF6-086864076F7F}" type="presParOf" srcId="{3589692F-5B58-4818-A677-0E1520ECD3B1}" destId="{A4814AC8-6828-48F9-90F2-3555F40FD0D7}" srcOrd="1" destOrd="0" presId="urn:microsoft.com/office/officeart/2018/2/layout/IconLabelList"/>
    <dgm:cxn modelId="{6CADA916-B795-4E23-A651-7663CD2C3403}" type="presParOf" srcId="{3589692F-5B58-4818-A677-0E1520ECD3B1}" destId="{B4479069-A602-4D66-9D73-D152275DFD3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B1B472-8312-4ADB-A34B-6F3E3164C29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964199C-AFB6-43CE-BD4C-EC3B45F3DEBB}">
      <dgm:prSet/>
      <dgm:spPr/>
      <dgm:t>
        <a:bodyPr/>
        <a:lstStyle/>
        <a:p>
          <a:r>
            <a:rPr lang="tr-TR" b="1"/>
            <a:t>Klasör Hiyerarşisi:</a:t>
          </a:r>
          <a:r>
            <a:rPr lang="tr-TR"/>
            <a:t> Proje, hocanın yönergelerine uygun olarak 4 ana klasör altında toplanmıştır.</a:t>
          </a:r>
          <a:endParaRPr lang="en-US"/>
        </a:p>
      </dgm:t>
    </dgm:pt>
    <dgm:pt modelId="{3772220C-9B92-4914-A886-29B4143B57EC}" type="parTrans" cxnId="{B92CDFA7-1F59-4B7F-A470-D84CB13E5408}">
      <dgm:prSet/>
      <dgm:spPr/>
      <dgm:t>
        <a:bodyPr/>
        <a:lstStyle/>
        <a:p>
          <a:endParaRPr lang="en-US"/>
        </a:p>
      </dgm:t>
    </dgm:pt>
    <dgm:pt modelId="{D63EF9A5-1DC2-4DFC-A6D9-34E274B7B1E4}" type="sibTrans" cxnId="{B92CDFA7-1F59-4B7F-A470-D84CB13E5408}">
      <dgm:prSet/>
      <dgm:spPr/>
      <dgm:t>
        <a:bodyPr/>
        <a:lstStyle/>
        <a:p>
          <a:endParaRPr lang="en-US"/>
        </a:p>
      </dgm:t>
    </dgm:pt>
    <dgm:pt modelId="{128A67C5-11C6-4606-94CE-7B01EDA3E1C3}">
      <dgm:prSet/>
      <dgm:spPr/>
      <dgm:t>
        <a:bodyPr/>
        <a:lstStyle/>
        <a:p>
          <a:r>
            <a:rPr lang="tr-TR" b="1"/>
            <a:t>researchs (Araştırmalar):</a:t>
          </a:r>
          <a:r>
            <a:rPr lang="tr-TR"/>
            <a:t> Derinlemesine teknik analizler ve AI destekli karşılaştırmaların bulunduğu bölüm.</a:t>
          </a:r>
          <a:endParaRPr lang="en-US"/>
        </a:p>
      </dgm:t>
    </dgm:pt>
    <dgm:pt modelId="{83E6CDE9-E540-4C16-8933-59415C7F7565}" type="parTrans" cxnId="{8431C548-7057-46C7-92BC-82105C6771F5}">
      <dgm:prSet/>
      <dgm:spPr/>
      <dgm:t>
        <a:bodyPr/>
        <a:lstStyle/>
        <a:p>
          <a:endParaRPr lang="en-US"/>
        </a:p>
      </dgm:t>
    </dgm:pt>
    <dgm:pt modelId="{160EE58D-B61B-406D-9295-04AAF9440A77}" type="sibTrans" cxnId="{8431C548-7057-46C7-92BC-82105C6771F5}">
      <dgm:prSet/>
      <dgm:spPr/>
      <dgm:t>
        <a:bodyPr/>
        <a:lstStyle/>
        <a:p>
          <a:endParaRPr lang="en-US"/>
        </a:p>
      </dgm:t>
    </dgm:pt>
    <dgm:pt modelId="{62CF4EA0-C864-4CDE-A80B-8E1CFFD0963D}">
      <dgm:prSet/>
      <dgm:spPr/>
      <dgm:t>
        <a:bodyPr/>
        <a:lstStyle/>
        <a:p>
          <a:r>
            <a:rPr lang="tr-TR" b="1"/>
            <a:t>specs (Özellikler):</a:t>
          </a:r>
          <a:r>
            <a:rPr lang="tr-TR"/>
            <a:t> Projenin teknik gereksinimleri ve proje_bilgisi.json dosyasının yer aldığı bölüm.</a:t>
          </a:r>
          <a:endParaRPr lang="en-US"/>
        </a:p>
      </dgm:t>
    </dgm:pt>
    <dgm:pt modelId="{C985CA15-639C-4715-BEA3-1E2737055E5F}" type="parTrans" cxnId="{91CB5DF2-A6DF-420C-849A-80AA62F23053}">
      <dgm:prSet/>
      <dgm:spPr/>
      <dgm:t>
        <a:bodyPr/>
        <a:lstStyle/>
        <a:p>
          <a:endParaRPr lang="en-US"/>
        </a:p>
      </dgm:t>
    </dgm:pt>
    <dgm:pt modelId="{F70241A7-3392-492D-B8B0-973CEE7B8562}" type="sibTrans" cxnId="{91CB5DF2-A6DF-420C-849A-80AA62F23053}">
      <dgm:prSet/>
      <dgm:spPr/>
      <dgm:t>
        <a:bodyPr/>
        <a:lstStyle/>
        <a:p>
          <a:endParaRPr lang="en-US"/>
        </a:p>
      </dgm:t>
    </dgm:pt>
    <dgm:pt modelId="{34031E67-91F6-4A4D-B8FC-595B867EEB45}">
      <dgm:prSet/>
      <dgm:spPr/>
      <dgm:t>
        <a:bodyPr/>
        <a:lstStyle/>
        <a:p>
          <a:r>
            <a:rPr lang="tr-TR" b="1"/>
            <a:t>src (Kaynak):</a:t>
          </a:r>
          <a:r>
            <a:rPr lang="tr-TR"/>
            <a:t> Python ile geliştirilmiş ana otomasyon kodlarının bulunduğu çekirdek bölüm.</a:t>
          </a:r>
          <a:endParaRPr lang="en-US"/>
        </a:p>
      </dgm:t>
    </dgm:pt>
    <dgm:pt modelId="{F5C81A5C-688A-46D2-9932-75767669DDFA}" type="parTrans" cxnId="{6FD232CC-F3C8-45F8-AB32-DF1A2DCA7B5E}">
      <dgm:prSet/>
      <dgm:spPr/>
      <dgm:t>
        <a:bodyPr/>
        <a:lstStyle/>
        <a:p>
          <a:endParaRPr lang="en-US"/>
        </a:p>
      </dgm:t>
    </dgm:pt>
    <dgm:pt modelId="{9818B8B1-619D-4150-9F8D-3D866BB825FA}" type="sibTrans" cxnId="{6FD232CC-F3C8-45F8-AB32-DF1A2DCA7B5E}">
      <dgm:prSet/>
      <dgm:spPr/>
      <dgm:t>
        <a:bodyPr/>
        <a:lstStyle/>
        <a:p>
          <a:endParaRPr lang="en-US"/>
        </a:p>
      </dgm:t>
    </dgm:pt>
    <dgm:pt modelId="{1A3BB3DF-A89B-4832-BD76-E0F01A3AC775}">
      <dgm:prSet/>
      <dgm:spPr/>
      <dgm:t>
        <a:bodyPr/>
        <a:lstStyle/>
        <a:p>
          <a:r>
            <a:rPr lang="tr-TR" b="1"/>
            <a:t>docs (Belgeler):</a:t>
          </a:r>
          <a:r>
            <a:rPr lang="tr-TR"/>
            <a:t> Şu an incelediğiniz bu sunum ve test videolarının yer aldığı teslimat bölümü.</a:t>
          </a:r>
          <a:endParaRPr lang="en-US"/>
        </a:p>
      </dgm:t>
    </dgm:pt>
    <dgm:pt modelId="{78FF1971-97C6-4784-B7D5-5ED1471C2225}" type="parTrans" cxnId="{0EB93CB1-EB98-41C1-B186-BF5100C61345}">
      <dgm:prSet/>
      <dgm:spPr/>
      <dgm:t>
        <a:bodyPr/>
        <a:lstStyle/>
        <a:p>
          <a:endParaRPr lang="en-US"/>
        </a:p>
      </dgm:t>
    </dgm:pt>
    <dgm:pt modelId="{5F39999C-A613-4E2C-82DB-3D72BB4D6A21}" type="sibTrans" cxnId="{0EB93CB1-EB98-41C1-B186-BF5100C61345}">
      <dgm:prSet/>
      <dgm:spPr/>
      <dgm:t>
        <a:bodyPr/>
        <a:lstStyle/>
        <a:p>
          <a:endParaRPr lang="en-US"/>
        </a:p>
      </dgm:t>
    </dgm:pt>
    <dgm:pt modelId="{9B6DBD27-9745-436E-A0FF-6C5F020EB5FE}" type="pres">
      <dgm:prSet presAssocID="{BCB1B472-8312-4ADB-A34B-6F3E3164C29B}" presName="outerComposite" presStyleCnt="0">
        <dgm:presLayoutVars>
          <dgm:chMax val="5"/>
          <dgm:dir/>
          <dgm:resizeHandles val="exact"/>
        </dgm:presLayoutVars>
      </dgm:prSet>
      <dgm:spPr/>
    </dgm:pt>
    <dgm:pt modelId="{6F0EE047-AF77-4AF6-AA96-EE83DB24C3A6}" type="pres">
      <dgm:prSet presAssocID="{BCB1B472-8312-4ADB-A34B-6F3E3164C29B}" presName="dummyMaxCanvas" presStyleCnt="0">
        <dgm:presLayoutVars/>
      </dgm:prSet>
      <dgm:spPr/>
    </dgm:pt>
    <dgm:pt modelId="{F3A221C3-6721-45E4-B851-4CA49AB01113}" type="pres">
      <dgm:prSet presAssocID="{BCB1B472-8312-4ADB-A34B-6F3E3164C29B}" presName="FiveNodes_1" presStyleLbl="node1" presStyleIdx="0" presStyleCnt="5">
        <dgm:presLayoutVars>
          <dgm:bulletEnabled val="1"/>
        </dgm:presLayoutVars>
      </dgm:prSet>
      <dgm:spPr/>
    </dgm:pt>
    <dgm:pt modelId="{C8682DE6-55CC-4228-A084-5038F00FC70D}" type="pres">
      <dgm:prSet presAssocID="{BCB1B472-8312-4ADB-A34B-6F3E3164C29B}" presName="FiveNodes_2" presStyleLbl="node1" presStyleIdx="1" presStyleCnt="5">
        <dgm:presLayoutVars>
          <dgm:bulletEnabled val="1"/>
        </dgm:presLayoutVars>
      </dgm:prSet>
      <dgm:spPr/>
    </dgm:pt>
    <dgm:pt modelId="{1F456520-0A0E-46B6-9973-03D29E1B66FC}" type="pres">
      <dgm:prSet presAssocID="{BCB1B472-8312-4ADB-A34B-6F3E3164C29B}" presName="FiveNodes_3" presStyleLbl="node1" presStyleIdx="2" presStyleCnt="5">
        <dgm:presLayoutVars>
          <dgm:bulletEnabled val="1"/>
        </dgm:presLayoutVars>
      </dgm:prSet>
      <dgm:spPr/>
    </dgm:pt>
    <dgm:pt modelId="{99BF01F1-65A4-4E3D-9B03-EB9C4A54CE8E}" type="pres">
      <dgm:prSet presAssocID="{BCB1B472-8312-4ADB-A34B-6F3E3164C29B}" presName="FiveNodes_4" presStyleLbl="node1" presStyleIdx="3" presStyleCnt="5">
        <dgm:presLayoutVars>
          <dgm:bulletEnabled val="1"/>
        </dgm:presLayoutVars>
      </dgm:prSet>
      <dgm:spPr/>
    </dgm:pt>
    <dgm:pt modelId="{0D65FF7A-0290-4750-8103-4F7CDC8A28EF}" type="pres">
      <dgm:prSet presAssocID="{BCB1B472-8312-4ADB-A34B-6F3E3164C29B}" presName="FiveNodes_5" presStyleLbl="node1" presStyleIdx="4" presStyleCnt="5">
        <dgm:presLayoutVars>
          <dgm:bulletEnabled val="1"/>
        </dgm:presLayoutVars>
      </dgm:prSet>
      <dgm:spPr/>
    </dgm:pt>
    <dgm:pt modelId="{B4CB274E-047E-4877-87FB-2E4F58274147}" type="pres">
      <dgm:prSet presAssocID="{BCB1B472-8312-4ADB-A34B-6F3E3164C29B}" presName="FiveConn_1-2" presStyleLbl="fgAccFollowNode1" presStyleIdx="0" presStyleCnt="4">
        <dgm:presLayoutVars>
          <dgm:bulletEnabled val="1"/>
        </dgm:presLayoutVars>
      </dgm:prSet>
      <dgm:spPr/>
    </dgm:pt>
    <dgm:pt modelId="{9302B3EF-FAAF-4571-B1A6-F30189ED2724}" type="pres">
      <dgm:prSet presAssocID="{BCB1B472-8312-4ADB-A34B-6F3E3164C29B}" presName="FiveConn_2-3" presStyleLbl="fgAccFollowNode1" presStyleIdx="1" presStyleCnt="4">
        <dgm:presLayoutVars>
          <dgm:bulletEnabled val="1"/>
        </dgm:presLayoutVars>
      </dgm:prSet>
      <dgm:spPr/>
    </dgm:pt>
    <dgm:pt modelId="{A873BE21-BF7C-42D3-AF91-47CEADC5DE54}" type="pres">
      <dgm:prSet presAssocID="{BCB1B472-8312-4ADB-A34B-6F3E3164C29B}" presName="FiveConn_3-4" presStyleLbl="fgAccFollowNode1" presStyleIdx="2" presStyleCnt="4">
        <dgm:presLayoutVars>
          <dgm:bulletEnabled val="1"/>
        </dgm:presLayoutVars>
      </dgm:prSet>
      <dgm:spPr/>
    </dgm:pt>
    <dgm:pt modelId="{2C21B7F4-71C5-4D60-A14B-0F3F9AEF6010}" type="pres">
      <dgm:prSet presAssocID="{BCB1B472-8312-4ADB-A34B-6F3E3164C29B}" presName="FiveConn_4-5" presStyleLbl="fgAccFollowNode1" presStyleIdx="3" presStyleCnt="4">
        <dgm:presLayoutVars>
          <dgm:bulletEnabled val="1"/>
        </dgm:presLayoutVars>
      </dgm:prSet>
      <dgm:spPr/>
    </dgm:pt>
    <dgm:pt modelId="{EB550715-6B06-4292-90C0-870C3D90C7F0}" type="pres">
      <dgm:prSet presAssocID="{BCB1B472-8312-4ADB-A34B-6F3E3164C29B}" presName="FiveNodes_1_text" presStyleLbl="node1" presStyleIdx="4" presStyleCnt="5">
        <dgm:presLayoutVars>
          <dgm:bulletEnabled val="1"/>
        </dgm:presLayoutVars>
      </dgm:prSet>
      <dgm:spPr/>
    </dgm:pt>
    <dgm:pt modelId="{0DE31C5E-4483-4BCE-819B-0F8D6B058868}" type="pres">
      <dgm:prSet presAssocID="{BCB1B472-8312-4ADB-A34B-6F3E3164C29B}" presName="FiveNodes_2_text" presStyleLbl="node1" presStyleIdx="4" presStyleCnt="5">
        <dgm:presLayoutVars>
          <dgm:bulletEnabled val="1"/>
        </dgm:presLayoutVars>
      </dgm:prSet>
      <dgm:spPr/>
    </dgm:pt>
    <dgm:pt modelId="{70A2F75B-A399-4473-9296-B8927F563712}" type="pres">
      <dgm:prSet presAssocID="{BCB1B472-8312-4ADB-A34B-6F3E3164C29B}" presName="FiveNodes_3_text" presStyleLbl="node1" presStyleIdx="4" presStyleCnt="5">
        <dgm:presLayoutVars>
          <dgm:bulletEnabled val="1"/>
        </dgm:presLayoutVars>
      </dgm:prSet>
      <dgm:spPr/>
    </dgm:pt>
    <dgm:pt modelId="{B79E1BE6-9D47-48D6-90F0-632DA1A2FB23}" type="pres">
      <dgm:prSet presAssocID="{BCB1B472-8312-4ADB-A34B-6F3E3164C29B}" presName="FiveNodes_4_text" presStyleLbl="node1" presStyleIdx="4" presStyleCnt="5">
        <dgm:presLayoutVars>
          <dgm:bulletEnabled val="1"/>
        </dgm:presLayoutVars>
      </dgm:prSet>
      <dgm:spPr/>
    </dgm:pt>
    <dgm:pt modelId="{DDFCA1E8-5E9F-4C56-A8A2-C6F1DE208A38}" type="pres">
      <dgm:prSet presAssocID="{BCB1B472-8312-4ADB-A34B-6F3E3164C29B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20ED82E-78EE-4B27-B3BB-F17A7DAEBDA9}" type="presOf" srcId="{128A67C5-11C6-4606-94CE-7B01EDA3E1C3}" destId="{C8682DE6-55CC-4228-A084-5038F00FC70D}" srcOrd="0" destOrd="0" presId="urn:microsoft.com/office/officeart/2005/8/layout/vProcess5"/>
    <dgm:cxn modelId="{CE625636-2035-4CE1-BED8-7B05765C07C7}" type="presOf" srcId="{160EE58D-B61B-406D-9295-04AAF9440A77}" destId="{9302B3EF-FAAF-4571-B1A6-F30189ED2724}" srcOrd="0" destOrd="0" presId="urn:microsoft.com/office/officeart/2005/8/layout/vProcess5"/>
    <dgm:cxn modelId="{B3EA9C48-F933-4195-BE76-702F1005F138}" type="presOf" srcId="{128A67C5-11C6-4606-94CE-7B01EDA3E1C3}" destId="{0DE31C5E-4483-4BCE-819B-0F8D6B058868}" srcOrd="1" destOrd="0" presId="urn:microsoft.com/office/officeart/2005/8/layout/vProcess5"/>
    <dgm:cxn modelId="{8431C548-7057-46C7-92BC-82105C6771F5}" srcId="{BCB1B472-8312-4ADB-A34B-6F3E3164C29B}" destId="{128A67C5-11C6-4606-94CE-7B01EDA3E1C3}" srcOrd="1" destOrd="0" parTransId="{83E6CDE9-E540-4C16-8933-59415C7F7565}" sibTransId="{160EE58D-B61B-406D-9295-04AAF9440A77}"/>
    <dgm:cxn modelId="{47C00869-9632-42FA-B82D-A98F05C6A637}" type="presOf" srcId="{3964199C-AFB6-43CE-BD4C-EC3B45F3DEBB}" destId="{F3A221C3-6721-45E4-B851-4CA49AB01113}" srcOrd="0" destOrd="0" presId="urn:microsoft.com/office/officeart/2005/8/layout/vProcess5"/>
    <dgm:cxn modelId="{BF546A49-D599-4553-9D52-F9BC00E6C8F3}" type="presOf" srcId="{1A3BB3DF-A89B-4832-BD76-E0F01A3AC775}" destId="{0D65FF7A-0290-4750-8103-4F7CDC8A28EF}" srcOrd="0" destOrd="0" presId="urn:microsoft.com/office/officeart/2005/8/layout/vProcess5"/>
    <dgm:cxn modelId="{6817E44C-7DFF-4D6C-A2C5-A3F47A6A0D0E}" type="presOf" srcId="{34031E67-91F6-4A4D-B8FC-595B867EEB45}" destId="{99BF01F1-65A4-4E3D-9B03-EB9C4A54CE8E}" srcOrd="0" destOrd="0" presId="urn:microsoft.com/office/officeart/2005/8/layout/vProcess5"/>
    <dgm:cxn modelId="{834C0C54-1595-487B-B18B-2261805F09F0}" type="presOf" srcId="{9818B8B1-619D-4150-9F8D-3D866BB825FA}" destId="{2C21B7F4-71C5-4D60-A14B-0F3F9AEF6010}" srcOrd="0" destOrd="0" presId="urn:microsoft.com/office/officeart/2005/8/layout/vProcess5"/>
    <dgm:cxn modelId="{2898CD7D-1C99-4F96-B573-5017EEBF61BB}" type="presOf" srcId="{3964199C-AFB6-43CE-BD4C-EC3B45F3DEBB}" destId="{EB550715-6B06-4292-90C0-870C3D90C7F0}" srcOrd="1" destOrd="0" presId="urn:microsoft.com/office/officeart/2005/8/layout/vProcess5"/>
    <dgm:cxn modelId="{1CD8B69D-6891-4187-9DFD-8B0A9B37456B}" type="presOf" srcId="{62CF4EA0-C864-4CDE-A80B-8E1CFFD0963D}" destId="{1F456520-0A0E-46B6-9973-03D29E1B66FC}" srcOrd="0" destOrd="0" presId="urn:microsoft.com/office/officeart/2005/8/layout/vProcess5"/>
    <dgm:cxn modelId="{D788ADA2-6680-4D01-88AC-6394631F1934}" type="presOf" srcId="{D63EF9A5-1DC2-4DFC-A6D9-34E274B7B1E4}" destId="{B4CB274E-047E-4877-87FB-2E4F58274147}" srcOrd="0" destOrd="0" presId="urn:microsoft.com/office/officeart/2005/8/layout/vProcess5"/>
    <dgm:cxn modelId="{B92CDFA7-1F59-4B7F-A470-D84CB13E5408}" srcId="{BCB1B472-8312-4ADB-A34B-6F3E3164C29B}" destId="{3964199C-AFB6-43CE-BD4C-EC3B45F3DEBB}" srcOrd="0" destOrd="0" parTransId="{3772220C-9B92-4914-A886-29B4143B57EC}" sibTransId="{D63EF9A5-1DC2-4DFC-A6D9-34E274B7B1E4}"/>
    <dgm:cxn modelId="{0EB93CB1-EB98-41C1-B186-BF5100C61345}" srcId="{BCB1B472-8312-4ADB-A34B-6F3E3164C29B}" destId="{1A3BB3DF-A89B-4832-BD76-E0F01A3AC775}" srcOrd="4" destOrd="0" parTransId="{78FF1971-97C6-4784-B7D5-5ED1471C2225}" sibTransId="{5F39999C-A613-4E2C-82DB-3D72BB4D6A21}"/>
    <dgm:cxn modelId="{6FD232CC-F3C8-45F8-AB32-DF1A2DCA7B5E}" srcId="{BCB1B472-8312-4ADB-A34B-6F3E3164C29B}" destId="{34031E67-91F6-4A4D-B8FC-595B867EEB45}" srcOrd="3" destOrd="0" parTransId="{F5C81A5C-688A-46D2-9932-75767669DDFA}" sibTransId="{9818B8B1-619D-4150-9F8D-3D866BB825FA}"/>
    <dgm:cxn modelId="{403996E1-3D0E-4B80-BD02-C5B606BA82F6}" type="presOf" srcId="{1A3BB3DF-A89B-4832-BD76-E0F01A3AC775}" destId="{DDFCA1E8-5E9F-4C56-A8A2-C6F1DE208A38}" srcOrd="1" destOrd="0" presId="urn:microsoft.com/office/officeart/2005/8/layout/vProcess5"/>
    <dgm:cxn modelId="{D1D6FFE6-169B-4A4E-923E-3DFBA9A4CE47}" type="presOf" srcId="{34031E67-91F6-4A4D-B8FC-595B867EEB45}" destId="{B79E1BE6-9D47-48D6-90F0-632DA1A2FB23}" srcOrd="1" destOrd="0" presId="urn:microsoft.com/office/officeart/2005/8/layout/vProcess5"/>
    <dgm:cxn modelId="{4D20A8F1-477E-4745-9922-1AE58CC2C6EA}" type="presOf" srcId="{BCB1B472-8312-4ADB-A34B-6F3E3164C29B}" destId="{9B6DBD27-9745-436E-A0FF-6C5F020EB5FE}" srcOrd="0" destOrd="0" presId="urn:microsoft.com/office/officeart/2005/8/layout/vProcess5"/>
    <dgm:cxn modelId="{91CB5DF2-A6DF-420C-849A-80AA62F23053}" srcId="{BCB1B472-8312-4ADB-A34B-6F3E3164C29B}" destId="{62CF4EA0-C864-4CDE-A80B-8E1CFFD0963D}" srcOrd="2" destOrd="0" parTransId="{C985CA15-639C-4715-BEA3-1E2737055E5F}" sibTransId="{F70241A7-3392-492D-B8B0-973CEE7B8562}"/>
    <dgm:cxn modelId="{63940FF6-95C5-4760-BE54-08EECB42D74E}" type="presOf" srcId="{F70241A7-3392-492D-B8B0-973CEE7B8562}" destId="{A873BE21-BF7C-42D3-AF91-47CEADC5DE54}" srcOrd="0" destOrd="0" presId="urn:microsoft.com/office/officeart/2005/8/layout/vProcess5"/>
    <dgm:cxn modelId="{153E5BFF-A7BF-4C31-AEE7-5BE23057699C}" type="presOf" srcId="{62CF4EA0-C864-4CDE-A80B-8E1CFFD0963D}" destId="{70A2F75B-A399-4473-9296-B8927F563712}" srcOrd="1" destOrd="0" presId="urn:microsoft.com/office/officeart/2005/8/layout/vProcess5"/>
    <dgm:cxn modelId="{2208BDF9-7803-482B-B733-2C22142C264E}" type="presParOf" srcId="{9B6DBD27-9745-436E-A0FF-6C5F020EB5FE}" destId="{6F0EE047-AF77-4AF6-AA96-EE83DB24C3A6}" srcOrd="0" destOrd="0" presId="urn:microsoft.com/office/officeart/2005/8/layout/vProcess5"/>
    <dgm:cxn modelId="{E73B7BDF-E9D2-4BDD-9154-E2F93A0DFB44}" type="presParOf" srcId="{9B6DBD27-9745-436E-A0FF-6C5F020EB5FE}" destId="{F3A221C3-6721-45E4-B851-4CA49AB01113}" srcOrd="1" destOrd="0" presId="urn:microsoft.com/office/officeart/2005/8/layout/vProcess5"/>
    <dgm:cxn modelId="{501C105F-00AE-413A-AFAE-EBB4C952A779}" type="presParOf" srcId="{9B6DBD27-9745-436E-A0FF-6C5F020EB5FE}" destId="{C8682DE6-55CC-4228-A084-5038F00FC70D}" srcOrd="2" destOrd="0" presId="urn:microsoft.com/office/officeart/2005/8/layout/vProcess5"/>
    <dgm:cxn modelId="{856C58A0-B2C6-462E-B0A9-E24EE4F249E5}" type="presParOf" srcId="{9B6DBD27-9745-436E-A0FF-6C5F020EB5FE}" destId="{1F456520-0A0E-46B6-9973-03D29E1B66FC}" srcOrd="3" destOrd="0" presId="urn:microsoft.com/office/officeart/2005/8/layout/vProcess5"/>
    <dgm:cxn modelId="{5D0A8A46-F74F-4E4B-BD9A-B659D4D9D491}" type="presParOf" srcId="{9B6DBD27-9745-436E-A0FF-6C5F020EB5FE}" destId="{99BF01F1-65A4-4E3D-9B03-EB9C4A54CE8E}" srcOrd="4" destOrd="0" presId="urn:microsoft.com/office/officeart/2005/8/layout/vProcess5"/>
    <dgm:cxn modelId="{1A11601C-AA99-4154-AB85-824D4BAFF763}" type="presParOf" srcId="{9B6DBD27-9745-436E-A0FF-6C5F020EB5FE}" destId="{0D65FF7A-0290-4750-8103-4F7CDC8A28EF}" srcOrd="5" destOrd="0" presId="urn:microsoft.com/office/officeart/2005/8/layout/vProcess5"/>
    <dgm:cxn modelId="{27475A08-73EC-4982-B21A-5DB9F322F21D}" type="presParOf" srcId="{9B6DBD27-9745-436E-A0FF-6C5F020EB5FE}" destId="{B4CB274E-047E-4877-87FB-2E4F58274147}" srcOrd="6" destOrd="0" presId="urn:microsoft.com/office/officeart/2005/8/layout/vProcess5"/>
    <dgm:cxn modelId="{7BFD3EF5-3F66-49DE-98F0-1189AA0AF247}" type="presParOf" srcId="{9B6DBD27-9745-436E-A0FF-6C5F020EB5FE}" destId="{9302B3EF-FAAF-4571-B1A6-F30189ED2724}" srcOrd="7" destOrd="0" presId="urn:microsoft.com/office/officeart/2005/8/layout/vProcess5"/>
    <dgm:cxn modelId="{8E212D21-1654-4449-B867-2699771C5A4A}" type="presParOf" srcId="{9B6DBD27-9745-436E-A0FF-6C5F020EB5FE}" destId="{A873BE21-BF7C-42D3-AF91-47CEADC5DE54}" srcOrd="8" destOrd="0" presId="urn:microsoft.com/office/officeart/2005/8/layout/vProcess5"/>
    <dgm:cxn modelId="{4C556C6B-CC4A-45FE-B558-76435C1B579C}" type="presParOf" srcId="{9B6DBD27-9745-436E-A0FF-6C5F020EB5FE}" destId="{2C21B7F4-71C5-4D60-A14B-0F3F9AEF6010}" srcOrd="9" destOrd="0" presId="urn:microsoft.com/office/officeart/2005/8/layout/vProcess5"/>
    <dgm:cxn modelId="{D199E3D8-7A0D-46FA-8B95-60AE2FBA1720}" type="presParOf" srcId="{9B6DBD27-9745-436E-A0FF-6C5F020EB5FE}" destId="{EB550715-6B06-4292-90C0-870C3D90C7F0}" srcOrd="10" destOrd="0" presId="urn:microsoft.com/office/officeart/2005/8/layout/vProcess5"/>
    <dgm:cxn modelId="{2E1413EF-8BAC-4D62-9396-4A0EA6DCF9B9}" type="presParOf" srcId="{9B6DBD27-9745-436E-A0FF-6C5F020EB5FE}" destId="{0DE31C5E-4483-4BCE-819B-0F8D6B058868}" srcOrd="11" destOrd="0" presId="urn:microsoft.com/office/officeart/2005/8/layout/vProcess5"/>
    <dgm:cxn modelId="{C9EE4AFF-81EE-4ED3-AEA4-6AA911E158CF}" type="presParOf" srcId="{9B6DBD27-9745-436E-A0FF-6C5F020EB5FE}" destId="{70A2F75B-A399-4473-9296-B8927F563712}" srcOrd="12" destOrd="0" presId="urn:microsoft.com/office/officeart/2005/8/layout/vProcess5"/>
    <dgm:cxn modelId="{D33816E2-5211-4D36-9732-23803CC20778}" type="presParOf" srcId="{9B6DBD27-9745-436E-A0FF-6C5F020EB5FE}" destId="{B79E1BE6-9D47-48D6-90F0-632DA1A2FB23}" srcOrd="13" destOrd="0" presId="urn:microsoft.com/office/officeart/2005/8/layout/vProcess5"/>
    <dgm:cxn modelId="{DE8FE4FB-A3DA-4ED3-BC15-CA1F5B42AFF4}" type="presParOf" srcId="{9B6DBD27-9745-436E-A0FF-6C5F020EB5FE}" destId="{DDFCA1E8-5E9F-4C56-A8A2-C6F1DE208A38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6FE04F0-C5B4-4FB5-B496-11F17286A92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B87B3E8-4990-46AB-8718-E13A81373A47}">
      <dgm:prSet/>
      <dgm:spPr/>
      <dgm:t>
        <a:bodyPr/>
        <a:lstStyle/>
        <a:p>
          <a:r>
            <a:rPr lang="tr-TR" b="1"/>
            <a:t>Sentez:</a:t>
          </a:r>
          <a:r>
            <a:rPr lang="tr-TR"/>
            <a:t> Araştırma ve uygulama aşamaları başarıyla birleştirilmiştir.</a:t>
          </a:r>
          <a:endParaRPr lang="en-US"/>
        </a:p>
      </dgm:t>
    </dgm:pt>
    <dgm:pt modelId="{82E68C37-705E-4E9D-AE67-53CAEDF8A488}" type="parTrans" cxnId="{019467E9-4429-4BCD-B680-5B6B1E5AC1F2}">
      <dgm:prSet/>
      <dgm:spPr/>
      <dgm:t>
        <a:bodyPr/>
        <a:lstStyle/>
        <a:p>
          <a:endParaRPr lang="en-US"/>
        </a:p>
      </dgm:t>
    </dgm:pt>
    <dgm:pt modelId="{441822E4-314C-4209-B770-7E049B6D9443}" type="sibTrans" cxnId="{019467E9-4429-4BCD-B680-5B6B1E5AC1F2}">
      <dgm:prSet/>
      <dgm:spPr/>
      <dgm:t>
        <a:bodyPr/>
        <a:lstStyle/>
        <a:p>
          <a:endParaRPr lang="en-US"/>
        </a:p>
      </dgm:t>
    </dgm:pt>
    <dgm:pt modelId="{FEF89E42-5923-4AC4-A326-0AF4078D7784}">
      <dgm:prSet/>
      <dgm:spPr/>
      <dgm:t>
        <a:bodyPr/>
        <a:lstStyle/>
        <a:p>
          <a:r>
            <a:rPr lang="tr-TR" b="1"/>
            <a:t>AI Katkısı:</a:t>
          </a:r>
          <a:r>
            <a:rPr lang="tr-TR"/>
            <a:t> Projenin her aşamasında Gemini AI ve ChatGPT gibi araçlardan teknik doğrulama alınmıştır.</a:t>
          </a:r>
          <a:endParaRPr lang="en-US"/>
        </a:p>
      </dgm:t>
    </dgm:pt>
    <dgm:pt modelId="{AB86BE8B-C849-4928-9A2C-2A5CE05C9A6C}" type="parTrans" cxnId="{0CE9E665-0CE1-4F62-B613-E9298BDE0916}">
      <dgm:prSet/>
      <dgm:spPr/>
      <dgm:t>
        <a:bodyPr/>
        <a:lstStyle/>
        <a:p>
          <a:endParaRPr lang="en-US"/>
        </a:p>
      </dgm:t>
    </dgm:pt>
    <dgm:pt modelId="{77DE699E-6673-47B1-90A7-DB239F69846A}" type="sibTrans" cxnId="{0CE9E665-0CE1-4F62-B613-E9298BDE0916}">
      <dgm:prSet/>
      <dgm:spPr/>
      <dgm:t>
        <a:bodyPr/>
        <a:lstStyle/>
        <a:p>
          <a:endParaRPr lang="en-US"/>
        </a:p>
      </dgm:t>
    </dgm:pt>
    <dgm:pt modelId="{F980FE0D-A77F-4BEE-B7FF-A9FECBCDEDEC}">
      <dgm:prSet/>
      <dgm:spPr/>
      <dgm:t>
        <a:bodyPr/>
        <a:lstStyle/>
        <a:p>
          <a:r>
            <a:rPr lang="tr-TR" b="1"/>
            <a:t>AI Katkısı:</a:t>
          </a:r>
          <a:r>
            <a:rPr lang="tr-TR"/>
            <a:t> Projenin her aşamasında Gemini AI ve ChatGPT gibi araçlardan teknik doğrulama alınmıştır.</a:t>
          </a:r>
          <a:endParaRPr lang="en-US"/>
        </a:p>
      </dgm:t>
    </dgm:pt>
    <dgm:pt modelId="{690B4025-22D2-4F83-A79A-D6EB7F6CC0E5}" type="parTrans" cxnId="{EE7DE195-3FA9-4F8E-8DC2-A99EBA39152D}">
      <dgm:prSet/>
      <dgm:spPr/>
      <dgm:t>
        <a:bodyPr/>
        <a:lstStyle/>
        <a:p>
          <a:endParaRPr lang="en-US"/>
        </a:p>
      </dgm:t>
    </dgm:pt>
    <dgm:pt modelId="{DE670C4A-0CFC-4C43-9D85-6BE61DAEDB0F}" type="sibTrans" cxnId="{EE7DE195-3FA9-4F8E-8DC2-A99EBA39152D}">
      <dgm:prSet/>
      <dgm:spPr/>
      <dgm:t>
        <a:bodyPr/>
        <a:lstStyle/>
        <a:p>
          <a:endParaRPr lang="en-US"/>
        </a:p>
      </dgm:t>
    </dgm:pt>
    <dgm:pt modelId="{347551F6-D9A1-42D8-9F33-77CD4F8F1492}" type="pres">
      <dgm:prSet presAssocID="{26FE04F0-C5B4-4FB5-B496-11F17286A929}" presName="root" presStyleCnt="0">
        <dgm:presLayoutVars>
          <dgm:dir/>
          <dgm:resizeHandles val="exact"/>
        </dgm:presLayoutVars>
      </dgm:prSet>
      <dgm:spPr/>
    </dgm:pt>
    <dgm:pt modelId="{538188A3-670F-41A1-B11E-4187554DABDB}" type="pres">
      <dgm:prSet presAssocID="{26FE04F0-C5B4-4FB5-B496-11F17286A929}" presName="container" presStyleCnt="0">
        <dgm:presLayoutVars>
          <dgm:dir/>
          <dgm:resizeHandles val="exact"/>
        </dgm:presLayoutVars>
      </dgm:prSet>
      <dgm:spPr/>
    </dgm:pt>
    <dgm:pt modelId="{80FD15B5-A89E-443D-88FF-3D64CA539703}" type="pres">
      <dgm:prSet presAssocID="{EB87B3E8-4990-46AB-8718-E13A81373A47}" presName="compNode" presStyleCnt="0"/>
      <dgm:spPr/>
    </dgm:pt>
    <dgm:pt modelId="{ECDE7BE1-C70E-40D7-B64B-9E11AB118DA9}" type="pres">
      <dgm:prSet presAssocID="{EB87B3E8-4990-46AB-8718-E13A81373A47}" presName="iconBgRect" presStyleLbl="bgShp" presStyleIdx="0" presStyleCnt="3"/>
      <dgm:spPr/>
    </dgm:pt>
    <dgm:pt modelId="{31889DCA-80AC-464A-98D2-10A82424046D}" type="pres">
      <dgm:prSet presAssocID="{EB87B3E8-4990-46AB-8718-E13A81373A4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 Kap"/>
        </a:ext>
      </dgm:extLst>
    </dgm:pt>
    <dgm:pt modelId="{864822C7-868C-4A9B-8944-1AE71C29C897}" type="pres">
      <dgm:prSet presAssocID="{EB87B3E8-4990-46AB-8718-E13A81373A47}" presName="spaceRect" presStyleCnt="0"/>
      <dgm:spPr/>
    </dgm:pt>
    <dgm:pt modelId="{E93D24BC-66AA-41E6-97AA-890A6395E190}" type="pres">
      <dgm:prSet presAssocID="{EB87B3E8-4990-46AB-8718-E13A81373A47}" presName="textRect" presStyleLbl="revTx" presStyleIdx="0" presStyleCnt="3">
        <dgm:presLayoutVars>
          <dgm:chMax val="1"/>
          <dgm:chPref val="1"/>
        </dgm:presLayoutVars>
      </dgm:prSet>
      <dgm:spPr/>
    </dgm:pt>
    <dgm:pt modelId="{F0C61A8D-EC40-420C-A7AA-01913CEB5D5C}" type="pres">
      <dgm:prSet presAssocID="{441822E4-314C-4209-B770-7E049B6D9443}" presName="sibTrans" presStyleLbl="sibTrans2D1" presStyleIdx="0" presStyleCnt="0"/>
      <dgm:spPr/>
    </dgm:pt>
    <dgm:pt modelId="{8839BBFE-656D-4B11-9A49-A5C4364AC497}" type="pres">
      <dgm:prSet presAssocID="{FEF89E42-5923-4AC4-A326-0AF4078D7784}" presName="compNode" presStyleCnt="0"/>
      <dgm:spPr/>
    </dgm:pt>
    <dgm:pt modelId="{15A54AA5-D938-4278-8554-A3322F760136}" type="pres">
      <dgm:prSet presAssocID="{FEF89E42-5923-4AC4-A326-0AF4078D7784}" presName="iconBgRect" presStyleLbl="bgShp" presStyleIdx="1" presStyleCnt="3"/>
      <dgm:spPr/>
    </dgm:pt>
    <dgm:pt modelId="{D7327711-D375-4240-84D9-4294FE9374C5}" type="pres">
      <dgm:prSet presAssocID="{FEF89E42-5923-4AC4-A326-0AF4078D778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İşlemci"/>
        </a:ext>
      </dgm:extLst>
    </dgm:pt>
    <dgm:pt modelId="{175730D1-525E-469D-BF72-1791E5CB1835}" type="pres">
      <dgm:prSet presAssocID="{FEF89E42-5923-4AC4-A326-0AF4078D7784}" presName="spaceRect" presStyleCnt="0"/>
      <dgm:spPr/>
    </dgm:pt>
    <dgm:pt modelId="{DE7A902C-A003-49A1-8F66-CDCF40153840}" type="pres">
      <dgm:prSet presAssocID="{FEF89E42-5923-4AC4-A326-0AF4078D7784}" presName="textRect" presStyleLbl="revTx" presStyleIdx="1" presStyleCnt="3">
        <dgm:presLayoutVars>
          <dgm:chMax val="1"/>
          <dgm:chPref val="1"/>
        </dgm:presLayoutVars>
      </dgm:prSet>
      <dgm:spPr/>
    </dgm:pt>
    <dgm:pt modelId="{2A49C266-FE65-4054-9CA6-93124A91570B}" type="pres">
      <dgm:prSet presAssocID="{77DE699E-6673-47B1-90A7-DB239F69846A}" presName="sibTrans" presStyleLbl="sibTrans2D1" presStyleIdx="0" presStyleCnt="0"/>
      <dgm:spPr/>
    </dgm:pt>
    <dgm:pt modelId="{1196FBDE-D408-4293-80FA-C39E7B08FF12}" type="pres">
      <dgm:prSet presAssocID="{F980FE0D-A77F-4BEE-B7FF-A9FECBCDEDEC}" presName="compNode" presStyleCnt="0"/>
      <dgm:spPr/>
    </dgm:pt>
    <dgm:pt modelId="{2A57627D-DF26-4775-A6E4-98B82968C6AA}" type="pres">
      <dgm:prSet presAssocID="{F980FE0D-A77F-4BEE-B7FF-A9FECBCDEDEC}" presName="iconBgRect" presStyleLbl="bgShp" presStyleIdx="2" presStyleCnt="3"/>
      <dgm:spPr/>
    </dgm:pt>
    <dgm:pt modelId="{BC8215FF-53AE-4687-94FB-9BCE03C0689B}" type="pres">
      <dgm:prSet presAssocID="{F980FE0D-A77F-4BEE-B7FF-A9FECBCDEDE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ullanıcı"/>
        </a:ext>
      </dgm:extLst>
    </dgm:pt>
    <dgm:pt modelId="{15244B03-D4CC-4F35-8EF2-47E6DC3C2A23}" type="pres">
      <dgm:prSet presAssocID="{F980FE0D-A77F-4BEE-B7FF-A9FECBCDEDEC}" presName="spaceRect" presStyleCnt="0"/>
      <dgm:spPr/>
    </dgm:pt>
    <dgm:pt modelId="{0825A65A-E766-47CD-97BC-4C72CF7F7686}" type="pres">
      <dgm:prSet presAssocID="{F980FE0D-A77F-4BEE-B7FF-A9FECBCDEDE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CE9E665-0CE1-4F62-B613-E9298BDE0916}" srcId="{26FE04F0-C5B4-4FB5-B496-11F17286A929}" destId="{FEF89E42-5923-4AC4-A326-0AF4078D7784}" srcOrd="1" destOrd="0" parTransId="{AB86BE8B-C849-4928-9A2C-2A5CE05C9A6C}" sibTransId="{77DE699E-6673-47B1-90A7-DB239F69846A}"/>
    <dgm:cxn modelId="{0E64BD56-A23B-4625-8861-67D2C001BE6F}" type="presOf" srcId="{F980FE0D-A77F-4BEE-B7FF-A9FECBCDEDEC}" destId="{0825A65A-E766-47CD-97BC-4C72CF7F7686}" srcOrd="0" destOrd="0" presId="urn:microsoft.com/office/officeart/2018/2/layout/IconCircleList"/>
    <dgm:cxn modelId="{AD4CF659-AB40-4923-A686-CB503B30FE86}" type="presOf" srcId="{77DE699E-6673-47B1-90A7-DB239F69846A}" destId="{2A49C266-FE65-4054-9CA6-93124A91570B}" srcOrd="0" destOrd="0" presId="urn:microsoft.com/office/officeart/2018/2/layout/IconCircleList"/>
    <dgm:cxn modelId="{45482B7F-F3AE-468B-AC3A-8A1FE7162356}" type="presOf" srcId="{441822E4-314C-4209-B770-7E049B6D9443}" destId="{F0C61A8D-EC40-420C-A7AA-01913CEB5D5C}" srcOrd="0" destOrd="0" presId="urn:microsoft.com/office/officeart/2018/2/layout/IconCircleList"/>
    <dgm:cxn modelId="{EE7DE195-3FA9-4F8E-8DC2-A99EBA39152D}" srcId="{26FE04F0-C5B4-4FB5-B496-11F17286A929}" destId="{F980FE0D-A77F-4BEE-B7FF-A9FECBCDEDEC}" srcOrd="2" destOrd="0" parTransId="{690B4025-22D2-4F83-A79A-D6EB7F6CC0E5}" sibTransId="{DE670C4A-0CFC-4C43-9D85-6BE61DAEDB0F}"/>
    <dgm:cxn modelId="{94C0EA98-1972-4668-8C80-239F49729720}" type="presOf" srcId="{26FE04F0-C5B4-4FB5-B496-11F17286A929}" destId="{347551F6-D9A1-42D8-9F33-77CD4F8F1492}" srcOrd="0" destOrd="0" presId="urn:microsoft.com/office/officeart/2018/2/layout/IconCircleList"/>
    <dgm:cxn modelId="{0790D0B0-E139-41F7-9687-A2A13DE0A75E}" type="presOf" srcId="{EB87B3E8-4990-46AB-8718-E13A81373A47}" destId="{E93D24BC-66AA-41E6-97AA-890A6395E190}" srcOrd="0" destOrd="0" presId="urn:microsoft.com/office/officeart/2018/2/layout/IconCircleList"/>
    <dgm:cxn modelId="{460DFBCD-FB9C-4013-8058-9724BE2E6484}" type="presOf" srcId="{FEF89E42-5923-4AC4-A326-0AF4078D7784}" destId="{DE7A902C-A003-49A1-8F66-CDCF40153840}" srcOrd="0" destOrd="0" presId="urn:microsoft.com/office/officeart/2018/2/layout/IconCircleList"/>
    <dgm:cxn modelId="{019467E9-4429-4BCD-B680-5B6B1E5AC1F2}" srcId="{26FE04F0-C5B4-4FB5-B496-11F17286A929}" destId="{EB87B3E8-4990-46AB-8718-E13A81373A47}" srcOrd="0" destOrd="0" parTransId="{82E68C37-705E-4E9D-AE67-53CAEDF8A488}" sibTransId="{441822E4-314C-4209-B770-7E049B6D9443}"/>
    <dgm:cxn modelId="{1F41A471-382F-451F-8847-81FB1BFBCC13}" type="presParOf" srcId="{347551F6-D9A1-42D8-9F33-77CD4F8F1492}" destId="{538188A3-670F-41A1-B11E-4187554DABDB}" srcOrd="0" destOrd="0" presId="urn:microsoft.com/office/officeart/2018/2/layout/IconCircleList"/>
    <dgm:cxn modelId="{4DC7F87E-F9D5-4B6E-81FF-34A66642877D}" type="presParOf" srcId="{538188A3-670F-41A1-B11E-4187554DABDB}" destId="{80FD15B5-A89E-443D-88FF-3D64CA539703}" srcOrd="0" destOrd="0" presId="urn:microsoft.com/office/officeart/2018/2/layout/IconCircleList"/>
    <dgm:cxn modelId="{0EA3B2B3-C047-4D58-BED6-97FD48D96EA0}" type="presParOf" srcId="{80FD15B5-A89E-443D-88FF-3D64CA539703}" destId="{ECDE7BE1-C70E-40D7-B64B-9E11AB118DA9}" srcOrd="0" destOrd="0" presId="urn:microsoft.com/office/officeart/2018/2/layout/IconCircleList"/>
    <dgm:cxn modelId="{DB40C93B-E786-4F12-9274-D22EF1C44B1D}" type="presParOf" srcId="{80FD15B5-A89E-443D-88FF-3D64CA539703}" destId="{31889DCA-80AC-464A-98D2-10A82424046D}" srcOrd="1" destOrd="0" presId="urn:microsoft.com/office/officeart/2018/2/layout/IconCircleList"/>
    <dgm:cxn modelId="{2B672AB6-7991-479B-AB23-A3BB49A85ABC}" type="presParOf" srcId="{80FD15B5-A89E-443D-88FF-3D64CA539703}" destId="{864822C7-868C-4A9B-8944-1AE71C29C897}" srcOrd="2" destOrd="0" presId="urn:microsoft.com/office/officeart/2018/2/layout/IconCircleList"/>
    <dgm:cxn modelId="{295779DF-CFC5-4C5A-890B-CB0BB0A975BC}" type="presParOf" srcId="{80FD15B5-A89E-443D-88FF-3D64CA539703}" destId="{E93D24BC-66AA-41E6-97AA-890A6395E190}" srcOrd="3" destOrd="0" presId="urn:microsoft.com/office/officeart/2018/2/layout/IconCircleList"/>
    <dgm:cxn modelId="{A1BD5730-48E4-41D5-BDDF-7D1CF409E890}" type="presParOf" srcId="{538188A3-670F-41A1-B11E-4187554DABDB}" destId="{F0C61A8D-EC40-420C-A7AA-01913CEB5D5C}" srcOrd="1" destOrd="0" presId="urn:microsoft.com/office/officeart/2018/2/layout/IconCircleList"/>
    <dgm:cxn modelId="{810C9060-29ED-434A-83B6-1440095F78A7}" type="presParOf" srcId="{538188A3-670F-41A1-B11E-4187554DABDB}" destId="{8839BBFE-656D-4B11-9A49-A5C4364AC497}" srcOrd="2" destOrd="0" presId="urn:microsoft.com/office/officeart/2018/2/layout/IconCircleList"/>
    <dgm:cxn modelId="{25132CED-3DFF-48A3-B617-3AD54A5C42CF}" type="presParOf" srcId="{8839BBFE-656D-4B11-9A49-A5C4364AC497}" destId="{15A54AA5-D938-4278-8554-A3322F760136}" srcOrd="0" destOrd="0" presId="urn:microsoft.com/office/officeart/2018/2/layout/IconCircleList"/>
    <dgm:cxn modelId="{16376E59-744E-4DF4-A891-09152EF61EF3}" type="presParOf" srcId="{8839BBFE-656D-4B11-9A49-A5C4364AC497}" destId="{D7327711-D375-4240-84D9-4294FE9374C5}" srcOrd="1" destOrd="0" presId="urn:microsoft.com/office/officeart/2018/2/layout/IconCircleList"/>
    <dgm:cxn modelId="{EA717B54-4BB6-44E6-A103-DA09DC8E4DE7}" type="presParOf" srcId="{8839BBFE-656D-4B11-9A49-A5C4364AC497}" destId="{175730D1-525E-469D-BF72-1791E5CB1835}" srcOrd="2" destOrd="0" presId="urn:microsoft.com/office/officeart/2018/2/layout/IconCircleList"/>
    <dgm:cxn modelId="{1127B1DC-1813-4BC4-AE5B-C3D3A3983C29}" type="presParOf" srcId="{8839BBFE-656D-4B11-9A49-A5C4364AC497}" destId="{DE7A902C-A003-49A1-8F66-CDCF40153840}" srcOrd="3" destOrd="0" presId="urn:microsoft.com/office/officeart/2018/2/layout/IconCircleList"/>
    <dgm:cxn modelId="{CEAB6250-A5D2-4D68-B065-A00957DF0009}" type="presParOf" srcId="{538188A3-670F-41A1-B11E-4187554DABDB}" destId="{2A49C266-FE65-4054-9CA6-93124A91570B}" srcOrd="3" destOrd="0" presId="urn:microsoft.com/office/officeart/2018/2/layout/IconCircleList"/>
    <dgm:cxn modelId="{665E8013-43D5-4442-8479-831CA822973B}" type="presParOf" srcId="{538188A3-670F-41A1-B11E-4187554DABDB}" destId="{1196FBDE-D408-4293-80FA-C39E7B08FF12}" srcOrd="4" destOrd="0" presId="urn:microsoft.com/office/officeart/2018/2/layout/IconCircleList"/>
    <dgm:cxn modelId="{ABFCE33C-A5F5-4143-91DD-96A909540D52}" type="presParOf" srcId="{1196FBDE-D408-4293-80FA-C39E7B08FF12}" destId="{2A57627D-DF26-4775-A6E4-98B82968C6AA}" srcOrd="0" destOrd="0" presId="urn:microsoft.com/office/officeart/2018/2/layout/IconCircleList"/>
    <dgm:cxn modelId="{83B2532D-B48D-4E6F-8992-FB83EDBFF273}" type="presParOf" srcId="{1196FBDE-D408-4293-80FA-C39E7B08FF12}" destId="{BC8215FF-53AE-4687-94FB-9BCE03C0689B}" srcOrd="1" destOrd="0" presId="urn:microsoft.com/office/officeart/2018/2/layout/IconCircleList"/>
    <dgm:cxn modelId="{2ED10724-0E82-452F-8628-0AA8E572633E}" type="presParOf" srcId="{1196FBDE-D408-4293-80FA-C39E7B08FF12}" destId="{15244B03-D4CC-4F35-8EF2-47E6DC3C2A23}" srcOrd="2" destOrd="0" presId="urn:microsoft.com/office/officeart/2018/2/layout/IconCircleList"/>
    <dgm:cxn modelId="{1D97D06A-E358-4F38-BFEE-701F876CA5F8}" type="presParOf" srcId="{1196FBDE-D408-4293-80FA-C39E7B08FF12}" destId="{0825A65A-E766-47CD-97BC-4C72CF7F768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691636-18E3-49FF-85D5-9D582B0BE9CA}">
      <dsp:nvSpPr>
        <dsp:cNvPr id="0" name=""/>
        <dsp:cNvSpPr/>
      </dsp:nvSpPr>
      <dsp:spPr>
        <a:xfrm>
          <a:off x="0" y="98059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b="1" kern="1200"/>
            <a:t>Problem:</a:t>
          </a:r>
          <a:r>
            <a:rPr lang="tr-TR" sz="2300" kern="1200"/>
            <a:t> Veritabanı (MySQL, PostgreSQL vb.) kurulumlarının manuel yapıldığında karmaşık olması ve zaman kaybına yol  açması.</a:t>
          </a:r>
          <a:endParaRPr lang="en-US" sz="2300" kern="1200"/>
        </a:p>
      </dsp:txBody>
      <dsp:txXfrm>
        <a:off x="61741" y="159800"/>
        <a:ext cx="6543351" cy="1141288"/>
      </dsp:txXfrm>
    </dsp:sp>
    <dsp:sp modelId="{08AFF247-E8B0-4AEC-A474-2CE9DF760B4E}">
      <dsp:nvSpPr>
        <dsp:cNvPr id="0" name=""/>
        <dsp:cNvSpPr/>
      </dsp:nvSpPr>
      <dsp:spPr>
        <a:xfrm>
          <a:off x="0" y="1429069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b="1" kern="1200"/>
            <a:t>Çözüm:</a:t>
          </a:r>
          <a:r>
            <a:rPr lang="tr-TR" sz="2300" kern="1200"/>
            <a:t> Docker teknolojisini kullanarak, veritabanlarını izole, taşınabilir ve tek tıkla kurulabilir hale getirmek.</a:t>
          </a:r>
          <a:endParaRPr lang="en-US" sz="2300" kern="1200"/>
        </a:p>
      </dsp:txBody>
      <dsp:txXfrm>
        <a:off x="61741" y="1490810"/>
        <a:ext cx="6543351" cy="1141288"/>
      </dsp:txXfrm>
    </dsp:sp>
    <dsp:sp modelId="{A2E39364-2DC1-4416-9D9E-CFCF92F8B990}">
      <dsp:nvSpPr>
        <dsp:cNvPr id="0" name=""/>
        <dsp:cNvSpPr/>
      </dsp:nvSpPr>
      <dsp:spPr>
        <a:xfrm>
          <a:off x="0" y="2760080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b="1" kern="1200"/>
            <a:t>Hedef:</a:t>
          </a:r>
          <a:r>
            <a:rPr lang="tr-TR" sz="2300" kern="1200"/>
            <a:t> Geliştiricilerin sistem yapılandırmasıyla uğraşmadan hızlıca geliştirme ortamı kurabilmesini sağlamak.</a:t>
          </a:r>
          <a:endParaRPr lang="en-US" sz="2300" kern="1200"/>
        </a:p>
      </dsp:txBody>
      <dsp:txXfrm>
        <a:off x="61741" y="2821821"/>
        <a:ext cx="6543351" cy="1141288"/>
      </dsp:txXfrm>
    </dsp:sp>
    <dsp:sp modelId="{4BDFD584-EAC9-448C-9415-B79FE91F46EF}">
      <dsp:nvSpPr>
        <dsp:cNvPr id="0" name=""/>
        <dsp:cNvSpPr/>
      </dsp:nvSpPr>
      <dsp:spPr>
        <a:xfrm>
          <a:off x="0" y="4091090"/>
          <a:ext cx="6666833" cy="126477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300" b="1" kern="1200"/>
            <a:t>AI Desteği:</a:t>
          </a:r>
          <a:r>
            <a:rPr lang="tr-TR" sz="2300" kern="1200"/>
            <a:t> Araştırma sürecinde Gemini ve ChatGPT gibi araçlarla farklı veritabanı mimarileri analiz edilmiştir.</a:t>
          </a:r>
          <a:endParaRPr lang="en-US" sz="2300" kern="1200"/>
        </a:p>
      </dsp:txBody>
      <dsp:txXfrm>
        <a:off x="61741" y="4152831"/>
        <a:ext cx="6543351" cy="11412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2F78B-0878-4BC6-92C2-84F61E5AB487}">
      <dsp:nvSpPr>
        <dsp:cNvPr id="0" name=""/>
        <dsp:cNvSpPr/>
      </dsp:nvSpPr>
      <dsp:spPr>
        <a:xfrm>
          <a:off x="828914" y="1156516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73667-BA68-4B1B-8AFD-C2EBD179988A}">
      <dsp:nvSpPr>
        <dsp:cNvPr id="0" name=""/>
        <dsp:cNvSpPr/>
      </dsp:nvSpPr>
      <dsp:spPr>
        <a:xfrm>
          <a:off x="333914" y="2248788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b="1" kern="1200"/>
            <a:t>Programlama Dili:</a:t>
          </a:r>
          <a:r>
            <a:rPr lang="tr-TR" sz="1100" kern="1200"/>
            <a:t> Python 3.x (Otomasyon ve mantıksal süreçlerin yönetimi için seçilmiştir).</a:t>
          </a:r>
          <a:endParaRPr lang="en-US" sz="1100" kern="1200"/>
        </a:p>
      </dsp:txBody>
      <dsp:txXfrm>
        <a:off x="333914" y="2248788"/>
        <a:ext cx="1800000" cy="787500"/>
      </dsp:txXfrm>
    </dsp:sp>
    <dsp:sp modelId="{2D860885-DA4A-4E93-97D4-1A8883B7B21D}">
      <dsp:nvSpPr>
        <dsp:cNvPr id="0" name=""/>
        <dsp:cNvSpPr/>
      </dsp:nvSpPr>
      <dsp:spPr>
        <a:xfrm>
          <a:off x="2943914" y="1156516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B6D60F-D73D-4BC8-9A60-2D91E93F9872}">
      <dsp:nvSpPr>
        <dsp:cNvPr id="0" name=""/>
        <dsp:cNvSpPr/>
      </dsp:nvSpPr>
      <dsp:spPr>
        <a:xfrm>
          <a:off x="2448914" y="2248788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b="1" kern="1200"/>
            <a:t>Konteyner Teknolojisi:</a:t>
          </a:r>
          <a:r>
            <a:rPr lang="tr-TR" sz="1100" kern="1200"/>
            <a:t> Docker &amp; Docker Compose (İzole ve taşınabilir veritabanı ortamları oluşturmak için).</a:t>
          </a:r>
          <a:endParaRPr lang="en-US" sz="1100" kern="1200"/>
        </a:p>
      </dsp:txBody>
      <dsp:txXfrm>
        <a:off x="2448914" y="2248788"/>
        <a:ext cx="1800000" cy="787500"/>
      </dsp:txXfrm>
    </dsp:sp>
    <dsp:sp modelId="{D1B689EA-5387-43CC-8789-EA905E13EF02}">
      <dsp:nvSpPr>
        <dsp:cNvPr id="0" name=""/>
        <dsp:cNvSpPr/>
      </dsp:nvSpPr>
      <dsp:spPr>
        <a:xfrm>
          <a:off x="5058914" y="1156516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1EA4F-397F-482A-957A-A113AFEB1C0E}">
      <dsp:nvSpPr>
        <dsp:cNvPr id="0" name=""/>
        <dsp:cNvSpPr/>
      </dsp:nvSpPr>
      <dsp:spPr>
        <a:xfrm>
          <a:off x="4563914" y="2248788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b="1" kern="1200"/>
            <a:t>Desteklenen Sistemler:</a:t>
          </a:r>
          <a:r>
            <a:rPr lang="tr-TR" sz="1100" kern="1200"/>
            <a:t> MySQL, PostgreSQL ve SQLite entegrasyonu.</a:t>
          </a:r>
          <a:endParaRPr lang="en-US" sz="1100" kern="1200"/>
        </a:p>
      </dsp:txBody>
      <dsp:txXfrm>
        <a:off x="4563914" y="2248788"/>
        <a:ext cx="1800000" cy="787500"/>
      </dsp:txXfrm>
    </dsp:sp>
    <dsp:sp modelId="{71955C41-426C-4418-988A-4F6E2BC70512}">
      <dsp:nvSpPr>
        <dsp:cNvPr id="0" name=""/>
        <dsp:cNvSpPr/>
      </dsp:nvSpPr>
      <dsp:spPr>
        <a:xfrm>
          <a:off x="7173914" y="1156516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5CE3A5-D9FB-416E-99CF-E2BC45F8D85F}">
      <dsp:nvSpPr>
        <dsp:cNvPr id="0" name=""/>
        <dsp:cNvSpPr/>
      </dsp:nvSpPr>
      <dsp:spPr>
        <a:xfrm>
          <a:off x="6678914" y="2248788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b="1" kern="1200"/>
            <a:t>Otomasyon (Self-Check):</a:t>
          </a:r>
          <a:r>
            <a:rPr lang="tr-TR" sz="1100" kern="1200"/>
            <a:t> Sistem, çalışma anında Docker Engine’in aktif olup olmadığını otomatik olarak kontrol eder (Adım 8/9 kriteri).</a:t>
          </a:r>
          <a:endParaRPr lang="en-US" sz="1100" kern="1200"/>
        </a:p>
      </dsp:txBody>
      <dsp:txXfrm>
        <a:off x="6678914" y="2248788"/>
        <a:ext cx="1800000" cy="787500"/>
      </dsp:txXfrm>
    </dsp:sp>
    <dsp:sp modelId="{73E82578-E081-472A-BCBD-705A2991712E}">
      <dsp:nvSpPr>
        <dsp:cNvPr id="0" name=""/>
        <dsp:cNvSpPr/>
      </dsp:nvSpPr>
      <dsp:spPr>
        <a:xfrm>
          <a:off x="9288914" y="1156516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79069-A602-4D66-9D73-D152275DFD3D}">
      <dsp:nvSpPr>
        <dsp:cNvPr id="0" name=""/>
        <dsp:cNvSpPr/>
      </dsp:nvSpPr>
      <dsp:spPr>
        <a:xfrm>
          <a:off x="8793914" y="2248788"/>
          <a:ext cx="180000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100" b="1" kern="1200"/>
            <a:t>Veri Yapısı:</a:t>
          </a:r>
          <a:r>
            <a:rPr lang="tr-TR" sz="1100" kern="1200"/>
            <a:t> Proje metadataları hocanın istediği JSON formatında (specs/proje_bilgisi.json) tutulmaktadır.</a:t>
          </a:r>
          <a:endParaRPr lang="en-US" sz="1100" kern="1200"/>
        </a:p>
      </dsp:txBody>
      <dsp:txXfrm>
        <a:off x="8793914" y="2248788"/>
        <a:ext cx="1800000" cy="787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A221C3-6721-45E4-B851-4CA49AB01113}">
      <dsp:nvSpPr>
        <dsp:cNvPr id="0" name=""/>
        <dsp:cNvSpPr/>
      </dsp:nvSpPr>
      <dsp:spPr>
        <a:xfrm>
          <a:off x="0" y="0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1" kern="1200"/>
            <a:t>Klasör Hiyerarşisi:</a:t>
          </a:r>
          <a:r>
            <a:rPr lang="tr-TR" sz="1700" kern="1200"/>
            <a:t> Proje, hocanın yönergelerine uygun olarak 4 ana klasör altında toplanmıştır.</a:t>
          </a:r>
          <a:endParaRPr lang="en-US" sz="1700" kern="1200"/>
        </a:p>
      </dsp:txBody>
      <dsp:txXfrm>
        <a:off x="19451" y="19451"/>
        <a:ext cx="7620120" cy="625190"/>
      </dsp:txXfrm>
    </dsp:sp>
    <dsp:sp modelId="{C8682DE6-55CC-4228-A084-5038F00FC70D}">
      <dsp:nvSpPr>
        <dsp:cNvPr id="0" name=""/>
        <dsp:cNvSpPr/>
      </dsp:nvSpPr>
      <dsp:spPr>
        <a:xfrm>
          <a:off x="628350" y="756328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1" kern="1200"/>
            <a:t>researchs (Araştırmalar):</a:t>
          </a:r>
          <a:r>
            <a:rPr lang="tr-TR" sz="1700" kern="1200"/>
            <a:t> Derinlemesine teknik analizler ve AI destekli karşılaştırmaların bulunduğu bölüm.</a:t>
          </a:r>
          <a:endParaRPr lang="en-US" sz="1700" kern="1200"/>
        </a:p>
      </dsp:txBody>
      <dsp:txXfrm>
        <a:off x="647801" y="775779"/>
        <a:ext cx="7315515" cy="625190"/>
      </dsp:txXfrm>
    </dsp:sp>
    <dsp:sp modelId="{1F456520-0A0E-46B6-9973-03D29E1B66FC}">
      <dsp:nvSpPr>
        <dsp:cNvPr id="0" name=""/>
        <dsp:cNvSpPr/>
      </dsp:nvSpPr>
      <dsp:spPr>
        <a:xfrm>
          <a:off x="1256700" y="1512656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1" kern="1200"/>
            <a:t>specs (Özellikler):</a:t>
          </a:r>
          <a:r>
            <a:rPr lang="tr-TR" sz="1700" kern="1200"/>
            <a:t> Projenin teknik gereksinimleri ve proje_bilgisi.json dosyasının yer aldığı bölüm.</a:t>
          </a:r>
          <a:endParaRPr lang="en-US" sz="1700" kern="1200"/>
        </a:p>
      </dsp:txBody>
      <dsp:txXfrm>
        <a:off x="1276151" y="1532107"/>
        <a:ext cx="7315515" cy="625190"/>
      </dsp:txXfrm>
    </dsp:sp>
    <dsp:sp modelId="{99BF01F1-65A4-4E3D-9B03-EB9C4A54CE8E}">
      <dsp:nvSpPr>
        <dsp:cNvPr id="0" name=""/>
        <dsp:cNvSpPr/>
      </dsp:nvSpPr>
      <dsp:spPr>
        <a:xfrm>
          <a:off x="1885050" y="2268984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1" kern="1200"/>
            <a:t>src (Kaynak):</a:t>
          </a:r>
          <a:r>
            <a:rPr lang="tr-TR" sz="1700" kern="1200"/>
            <a:t> Python ile geliştirilmiş ana otomasyon kodlarının bulunduğu çekirdek bölüm.</a:t>
          </a:r>
          <a:endParaRPr lang="en-US" sz="1700" kern="1200"/>
        </a:p>
      </dsp:txBody>
      <dsp:txXfrm>
        <a:off x="1904501" y="2288435"/>
        <a:ext cx="7315515" cy="625190"/>
      </dsp:txXfrm>
    </dsp:sp>
    <dsp:sp modelId="{0D65FF7A-0290-4750-8103-4F7CDC8A28EF}">
      <dsp:nvSpPr>
        <dsp:cNvPr id="0" name=""/>
        <dsp:cNvSpPr/>
      </dsp:nvSpPr>
      <dsp:spPr>
        <a:xfrm>
          <a:off x="2513400" y="3025312"/>
          <a:ext cx="8414428" cy="664092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700" b="1" kern="1200"/>
            <a:t>docs (Belgeler):</a:t>
          </a:r>
          <a:r>
            <a:rPr lang="tr-TR" sz="1700" kern="1200"/>
            <a:t> Şu an incelediğiniz bu sunum ve test videolarının yer aldığı teslimat bölümü.</a:t>
          </a:r>
          <a:endParaRPr lang="en-US" sz="1700" kern="1200"/>
        </a:p>
      </dsp:txBody>
      <dsp:txXfrm>
        <a:off x="2532851" y="3044763"/>
        <a:ext cx="7315515" cy="625190"/>
      </dsp:txXfrm>
    </dsp:sp>
    <dsp:sp modelId="{B4CB274E-047E-4877-87FB-2E4F58274147}">
      <dsp:nvSpPr>
        <dsp:cNvPr id="0" name=""/>
        <dsp:cNvSpPr/>
      </dsp:nvSpPr>
      <dsp:spPr>
        <a:xfrm>
          <a:off x="7982767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079890" y="485156"/>
        <a:ext cx="237414" cy="324824"/>
      </dsp:txXfrm>
    </dsp:sp>
    <dsp:sp modelId="{9302B3EF-FAAF-4571-B1A6-F30189ED2724}">
      <dsp:nvSpPr>
        <dsp:cNvPr id="0" name=""/>
        <dsp:cNvSpPr/>
      </dsp:nvSpPr>
      <dsp:spPr>
        <a:xfrm>
          <a:off x="8611118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708241" y="1241484"/>
        <a:ext cx="237414" cy="324824"/>
      </dsp:txXfrm>
    </dsp:sp>
    <dsp:sp modelId="{A873BE21-BF7C-42D3-AF91-47CEADC5DE54}">
      <dsp:nvSpPr>
        <dsp:cNvPr id="0" name=""/>
        <dsp:cNvSpPr/>
      </dsp:nvSpPr>
      <dsp:spPr>
        <a:xfrm>
          <a:off x="9239468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336591" y="1986744"/>
        <a:ext cx="237414" cy="324824"/>
      </dsp:txXfrm>
    </dsp:sp>
    <dsp:sp modelId="{2C21B7F4-71C5-4D60-A14B-0F3F9AEF6010}">
      <dsp:nvSpPr>
        <dsp:cNvPr id="0" name=""/>
        <dsp:cNvSpPr/>
      </dsp:nvSpPr>
      <dsp:spPr>
        <a:xfrm>
          <a:off x="986781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964941" y="2750451"/>
        <a:ext cx="237414" cy="3248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DE7BE1-C70E-40D7-B64B-9E11AB118DA9}">
      <dsp:nvSpPr>
        <dsp:cNvPr id="0" name=""/>
        <dsp:cNvSpPr/>
      </dsp:nvSpPr>
      <dsp:spPr>
        <a:xfrm>
          <a:off x="205509" y="1388865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889DCA-80AC-464A-98D2-10A82424046D}">
      <dsp:nvSpPr>
        <dsp:cNvPr id="0" name=""/>
        <dsp:cNvSpPr/>
      </dsp:nvSpPr>
      <dsp:spPr>
        <a:xfrm>
          <a:off x="396960" y="1580317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3D24BC-66AA-41E6-97AA-890A6395E190}">
      <dsp:nvSpPr>
        <dsp:cNvPr id="0" name=""/>
        <dsp:cNvSpPr/>
      </dsp:nvSpPr>
      <dsp:spPr>
        <a:xfrm>
          <a:off x="1312541" y="13888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1" kern="1200"/>
            <a:t>Sentez:</a:t>
          </a:r>
          <a:r>
            <a:rPr lang="tr-TR" sz="1400" kern="1200"/>
            <a:t> Araştırma ve uygulama aşamaları başarıyla birleştirilmiştir.</a:t>
          </a:r>
          <a:endParaRPr lang="en-US" sz="1400" kern="1200"/>
        </a:p>
      </dsp:txBody>
      <dsp:txXfrm>
        <a:off x="1312541" y="1388865"/>
        <a:ext cx="2148945" cy="911674"/>
      </dsp:txXfrm>
    </dsp:sp>
    <dsp:sp modelId="{15A54AA5-D938-4278-8554-A3322F760136}">
      <dsp:nvSpPr>
        <dsp:cNvPr id="0" name=""/>
        <dsp:cNvSpPr/>
      </dsp:nvSpPr>
      <dsp:spPr>
        <a:xfrm>
          <a:off x="3835925" y="1388865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327711-D375-4240-84D9-4294FE9374C5}">
      <dsp:nvSpPr>
        <dsp:cNvPr id="0" name=""/>
        <dsp:cNvSpPr/>
      </dsp:nvSpPr>
      <dsp:spPr>
        <a:xfrm>
          <a:off x="4027376" y="1580317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A902C-A003-49A1-8F66-CDCF40153840}">
      <dsp:nvSpPr>
        <dsp:cNvPr id="0" name=""/>
        <dsp:cNvSpPr/>
      </dsp:nvSpPr>
      <dsp:spPr>
        <a:xfrm>
          <a:off x="4942957" y="13888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1" kern="1200"/>
            <a:t>AI Katkısı:</a:t>
          </a:r>
          <a:r>
            <a:rPr lang="tr-TR" sz="1400" kern="1200"/>
            <a:t> Projenin her aşamasında Gemini AI ve ChatGPT gibi araçlardan teknik doğrulama alınmıştır.</a:t>
          </a:r>
          <a:endParaRPr lang="en-US" sz="1400" kern="1200"/>
        </a:p>
      </dsp:txBody>
      <dsp:txXfrm>
        <a:off x="4942957" y="1388865"/>
        <a:ext cx="2148945" cy="911674"/>
      </dsp:txXfrm>
    </dsp:sp>
    <dsp:sp modelId="{2A57627D-DF26-4775-A6E4-98B82968C6AA}">
      <dsp:nvSpPr>
        <dsp:cNvPr id="0" name=""/>
        <dsp:cNvSpPr/>
      </dsp:nvSpPr>
      <dsp:spPr>
        <a:xfrm>
          <a:off x="7466341" y="1388865"/>
          <a:ext cx="911674" cy="91167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8215FF-53AE-4687-94FB-9BCE03C0689B}">
      <dsp:nvSpPr>
        <dsp:cNvPr id="0" name=""/>
        <dsp:cNvSpPr/>
      </dsp:nvSpPr>
      <dsp:spPr>
        <a:xfrm>
          <a:off x="7657792" y="1580317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5A65A-E766-47CD-97BC-4C72CF7F7686}">
      <dsp:nvSpPr>
        <dsp:cNvPr id="0" name=""/>
        <dsp:cNvSpPr/>
      </dsp:nvSpPr>
      <dsp:spPr>
        <a:xfrm>
          <a:off x="8573374" y="13888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400" b="1" kern="1200"/>
            <a:t>AI Katkısı:</a:t>
          </a:r>
          <a:r>
            <a:rPr lang="tr-TR" sz="1400" kern="1200"/>
            <a:t> Projenin her aşamasında Gemini AI ve ChatGPT gibi araçlardan teknik doğrulama alınmıştır.</a:t>
          </a:r>
          <a:endParaRPr lang="en-US" sz="1400" kern="1200"/>
        </a:p>
      </dsp:txBody>
      <dsp:txXfrm>
        <a:off x="8573374" y="1388865"/>
        <a:ext cx="2148945" cy="911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830FD1-185F-42D6-8A76-D50AFD3CD376}" type="datetimeFigureOut">
              <a:rPr lang="tr-TR" smtClean="0"/>
              <a:t>20.01.2026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ADFF56-8956-44DE-A641-3F95A71D054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4022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7A2FDA6-378F-F36D-73C7-55AC0B37D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DD20FD1-F0FE-4305-553F-A1A814B26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C726AD0-CB91-354B-5D4A-2ECBA247A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5256F-0A34-47E1-A442-AA4E01503BD1}" type="datetime1">
              <a:rPr lang="tr-TR" smtClean="0"/>
              <a:t>20.01.2026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B398085-E48A-6C57-D7F6-3C8AE93C4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"Bu sunum içeriği ve yapısı Gemini AI desteğiyle hazırlanmıştır."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3DA5027-25E3-CAC5-C5E0-88AA371A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D25BB-A597-48FC-9A11-A1AE4EE326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3011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B52984A-7D4A-1330-DC54-021248295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57E1145-8E3A-2EC0-C135-6942862D9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B08020F-22AF-CC01-D28A-3252B7722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EE30D-6CD8-428F-9432-E4DB5AD4F16C}" type="datetime1">
              <a:rPr lang="tr-TR" smtClean="0"/>
              <a:t>20.01.2026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F027AB7-1AE7-FB92-9090-2579A3858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"Bu sunum içeriği ve yapısı Gemini AI desteğiyle hazırlanmıştır."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9E71418-6877-99FE-2313-EE2829A5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D25BB-A597-48FC-9A11-A1AE4EE326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26061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5B09C8-35C9-BA21-C790-ADA766BC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3F46466-20A0-FFEB-AE14-013AA81DC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FC3D990-DFC4-4450-4538-434268042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E135-E57D-4A74-A28B-64378AE2C309}" type="datetime1">
              <a:rPr lang="tr-TR" smtClean="0"/>
              <a:t>20.01.2026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4A83517-7F0A-F5AB-E9F9-6230B6210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"Bu sunum içeriği ve yapısı Gemini AI desteğiyle hazırlanmıştır."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A2DA93D-0BB5-378D-3771-1B46E17E2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D25BB-A597-48FC-9A11-A1AE4EE326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08781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CD75A2-BC6B-EA13-9BE5-D642AE160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A48EC81-A3C7-87FE-84DD-096EC5CE8C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D7A5E5D-6728-6B7B-18ED-A9C6E5B7B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478E429-9FAA-5F3F-81EF-518302AFA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5B978-5903-4B6A-B531-F376912A6C37}" type="datetime1">
              <a:rPr lang="tr-TR" smtClean="0"/>
              <a:t>20.01.2026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063DCDA-95C6-3570-6EB2-66677ED50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"Bu sunum içeriği ve yapısı Gemini AI desteğiyle hazırlanmıştır."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7F33806-00BA-FEC4-3A41-98340420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D25BB-A597-48FC-9A11-A1AE4EE326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43006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ABBE0C2-F307-A12B-5FAD-9BF76F21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CCD98F4-31A3-8933-887B-42131FA11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862AC76-D399-1270-507F-F8384858F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46B577E-D5D0-DA9C-498D-5E5FBF3CE5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004A3909-E711-72A3-CC75-050DEDEE14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9C54725B-9A51-4D1C-0234-7C5F9C8C7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E4924-81ED-401D-B3AE-D6CDA34E34CC}" type="datetime1">
              <a:rPr lang="tr-TR" smtClean="0"/>
              <a:t>20.01.2026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AE258BE9-8596-F856-A24C-806B8B326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"Bu sunum içeriği ve yapısı Gemini AI desteğiyle hazırlanmıştır."</a:t>
            </a:r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ABD82CD6-369C-3085-B78C-F9A58EC64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D25BB-A597-48FC-9A11-A1AE4EE326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3178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CB84ADA-3A05-ACE5-E793-B3490B32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BA1D792C-36DF-2151-B7D4-2A046C399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EEA77-B757-4712-BDA9-34A2348DCB96}" type="datetime1">
              <a:rPr lang="tr-TR" smtClean="0"/>
              <a:t>20.01.2026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801B563-0DFF-C7B0-07DC-13578A151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"Bu sunum içeriği ve yapısı Gemini AI desteğiyle hazırlanmıştır."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CFAC5623-35DB-B726-589C-DD05A3A41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D25BB-A597-48FC-9A11-A1AE4EE326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387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81E6DAA1-6411-B5AB-780A-3825FE129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7C94-62AA-43CE-AA78-D20C28D64797}" type="datetime1">
              <a:rPr lang="tr-TR" smtClean="0"/>
              <a:t>20.01.2026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BDFF5A30-7E70-419C-99ED-BAD3C203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"Bu sunum içeriği ve yapısı Gemini AI desteğiyle hazırlanmıştır."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E12F5C0-87AE-28AA-D07C-BEDE62992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D25BB-A597-48FC-9A11-A1AE4EE326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71886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96B55AD-ED44-F6BD-4842-01DF82456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6294CB4-5536-2C32-598A-6302F1349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9E81ABF-A79D-AEA9-E243-5D3F7D0A9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305501D4-EBD9-CF7A-0BB7-792C56FAA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8A08E-568B-45A1-868A-A5F3A4821103}" type="datetime1">
              <a:rPr lang="tr-TR" smtClean="0"/>
              <a:t>20.01.2026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B7AE4B6-3553-FBBC-1954-E52523A17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"Bu sunum içeriği ve yapısı Gemini AI desteğiyle hazırlanmıştır."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46EBF33-E859-1473-155A-838C07B8E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D25BB-A597-48FC-9A11-A1AE4EE326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2473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9E8860-73B3-7DF9-3EC3-AD2191C7F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4B204329-47FA-4055-75ED-C1F7F6EAC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FC3DBAC-39DB-ECD0-51E6-A55522912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9903BF7-C374-A564-33D0-60890B794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1CE6-65D9-46F0-AECB-3058D3983610}" type="datetime1">
              <a:rPr lang="tr-TR" smtClean="0"/>
              <a:t>20.01.2026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61492AB-BEAB-D4D1-EFCC-09E3D23E3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"Bu sunum içeriği ve yapısı Gemini AI desteğiyle hazırlanmıştır."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FDC5589-3F0C-E99D-7F40-0EF51709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D25BB-A597-48FC-9A11-A1AE4EE326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8345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B48D64-B761-665A-452C-43782BDC7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ADC83C9-2955-54C2-5CA5-9E9D34AF9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5741818-DD1C-3FE3-83AF-3D27821B3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FB50D-1CA9-4FDD-93F8-26E150F733C9}" type="datetime1">
              <a:rPr lang="tr-TR" smtClean="0"/>
              <a:t>20.01.2026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13B4815-DE34-72F0-D916-8FE99EB0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"Bu sunum içeriği ve yapısı Gemini AI desteğiyle hazırlanmıştır."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3F5E835-C1EA-4AD9-9209-D579C6CD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D25BB-A597-48FC-9A11-A1AE4EE326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3233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3A60E5F-5BE5-354B-529D-4CDAC6C5A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E3AA444-C338-C0B6-C00E-265F4B51F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555302C-6656-F669-C2C9-E062E8C7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AB00E-2A50-4BB8-907C-8BCDC1267207}" type="datetime1">
              <a:rPr lang="tr-TR" smtClean="0"/>
              <a:t>20.01.2026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971F782-4F8B-B946-8AD8-FDD8B3438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"Bu sunum içeriği ve yapısı Gemini AI desteğiyle hazırlanmıştır."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DE5946D-641F-7F4C-C03F-FE41F3F5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D25BB-A597-48FC-9A11-A1AE4EE326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2216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CD5E6DC-1A97-5924-DE06-6E2CA6F7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9E79926-7BB5-3538-58DC-A79F9D858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504DA36-BB6F-5BCD-A91F-06D5FC538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CDFBB-5318-4911-94E3-89FE4E94F398}" type="datetime1">
              <a:rPr lang="tr-TR" smtClean="0"/>
              <a:t>20.01.2026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63D8F58-29B0-1657-28BC-4240D7207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tr-TR"/>
              <a:t>"Bu sunum içeriği ve yapısı Gemini AI desteğiyle hazırlanmıştır."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A775A94-6D5C-8ABD-1D1A-AE3C74741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ED25BB-A597-48FC-9A11-A1AE4EE326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5565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5" descr="Aydınlatılan sunucu odası paneli">
            <a:extLst>
              <a:ext uri="{FF2B5EF4-FFF2-40B4-BE49-F238E27FC236}">
                <a16:creationId xmlns:a16="http://schemas.microsoft.com/office/drawing/2014/main" id="{B15598B2-670A-3F84-2D18-0B4DB9BF2D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7" name="Rectangle 9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C61D3DD-1007-9216-A76F-9447871AC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tr-TR" sz="4000">
                <a:solidFill>
                  <a:srgbClr val="FFFFFF"/>
                </a:solidFill>
              </a:rPr>
              <a:t>OSOP – DATABASE MANAGER</a:t>
            </a: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ABC22C0-5D73-84EF-6A7E-EBDF8E280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93441"/>
            <a:ext cx="6295332" cy="1588514"/>
          </a:xfrm>
        </p:spPr>
        <p:txBody>
          <a:bodyPr anchor="b">
            <a:normAutofit/>
          </a:bodyPr>
          <a:lstStyle/>
          <a:p>
            <a:pPr algn="l"/>
            <a:r>
              <a:rPr lang="tr-TR" sz="1800">
                <a:solidFill>
                  <a:srgbClr val="FFFFFF"/>
                </a:solidFill>
              </a:rPr>
              <a:t>AÇIK KAYNAK İŞLETİM SİSTEMLERİ PROJESİ</a:t>
            </a:r>
          </a:p>
        </p:txBody>
      </p:sp>
      <p:cxnSp>
        <p:nvCxnSpPr>
          <p:cNvPr id="19" name="Straight Connector 13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C4EDBD5-4BD0-9FA5-F39D-B27AD564F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 fontScale="92500"/>
          </a:bodyPr>
          <a:lstStyle/>
          <a:p>
            <a:pPr>
              <a:spcAft>
                <a:spcPts val="600"/>
              </a:spcAft>
            </a:pPr>
            <a:r>
              <a:rPr lang="tr-TR" sz="1100" b="1" dirty="0">
                <a:solidFill>
                  <a:srgbClr val="C00000"/>
                </a:solidFill>
              </a:rPr>
              <a:t>"Bu sunum içeriği ve yapısı Gemini AI desteğiyle hazırlanmıştır."</a:t>
            </a:r>
          </a:p>
        </p:txBody>
      </p:sp>
    </p:spTree>
    <p:extLst>
      <p:ext uri="{BB962C8B-B14F-4D97-AF65-F5344CB8AC3E}">
        <p14:creationId xmlns:p14="http://schemas.microsoft.com/office/powerpoint/2010/main" val="3661261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ABDFF79-161F-B155-37C8-A572F90E8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tr-TR" sz="4000">
                <a:solidFill>
                  <a:srgbClr val="FFFFFF"/>
                </a:solidFill>
              </a:rPr>
              <a:t>Projenin Amacı ve Sorun Tanımı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23074FEE-2CDF-9158-BB74-871C06B02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9368" y="6348617"/>
            <a:ext cx="4114800" cy="365125"/>
          </a:xfrm>
        </p:spPr>
        <p:txBody>
          <a:bodyPr>
            <a:normAutofit fontScale="92500"/>
          </a:bodyPr>
          <a:lstStyle/>
          <a:p>
            <a:pPr algn="l">
              <a:spcAft>
                <a:spcPts val="600"/>
              </a:spcAft>
            </a:pPr>
            <a:r>
              <a:rPr lang="tr-TR" sz="1100" b="1" dirty="0">
                <a:solidFill>
                  <a:srgbClr val="C00000"/>
                </a:solidFill>
              </a:rPr>
              <a:t>"Bu sunum içeriği ve yapısı Gemini AI desteğiyle hazırlanmıştır."</a:t>
            </a:r>
          </a:p>
        </p:txBody>
      </p:sp>
      <p:graphicFrame>
        <p:nvGraphicFramePr>
          <p:cNvPr id="6" name="İçerik Yer Tutucusu 2">
            <a:extLst>
              <a:ext uri="{FF2B5EF4-FFF2-40B4-BE49-F238E27FC236}">
                <a16:creationId xmlns:a16="http://schemas.microsoft.com/office/drawing/2014/main" id="{12EF50D2-F7A0-9387-6C60-E8BE3599F9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29222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1395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6E1E4C7-DF62-A748-5910-F239E4ED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tr-TR" sz="4000">
                <a:solidFill>
                  <a:srgbClr val="FFFFFF"/>
                </a:solidFill>
              </a:rPr>
              <a:t>Teknik Mimari ve Teknoloji Yığını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57057AD-12DF-78ED-6874-4F8290A8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50570" y="6310541"/>
            <a:ext cx="4114800" cy="365125"/>
          </a:xfrm>
        </p:spPr>
        <p:txBody>
          <a:bodyPr>
            <a:normAutofit fontScale="92500"/>
          </a:bodyPr>
          <a:lstStyle/>
          <a:p>
            <a:pPr algn="l">
              <a:spcAft>
                <a:spcPts val="600"/>
              </a:spcAft>
            </a:pPr>
            <a:r>
              <a:rPr lang="tr-TR" sz="1100" b="1" dirty="0">
                <a:solidFill>
                  <a:srgbClr val="C00000"/>
                </a:solidFill>
              </a:rPr>
              <a:t>"Bu sunum içeriği ve yapısı Gemini AI desteğiyle hazırlanmıştır."</a:t>
            </a:r>
          </a:p>
        </p:txBody>
      </p:sp>
      <p:graphicFrame>
        <p:nvGraphicFramePr>
          <p:cNvPr id="6" name="İçerik Yer Tutucusu 2">
            <a:extLst>
              <a:ext uri="{FF2B5EF4-FFF2-40B4-BE49-F238E27FC236}">
                <a16:creationId xmlns:a16="http://schemas.microsoft.com/office/drawing/2014/main" id="{C5ED4101-D3AC-1B32-FE66-80D0F67E23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697113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2540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06A8278-D2C5-E3BB-8281-C893ED3D3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tr-TR" sz="4000">
                <a:solidFill>
                  <a:srgbClr val="FFFFFF"/>
                </a:solidFill>
              </a:rPr>
              <a:t>Dosya Yapısı ve Proje Düzeni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0F2ECBD-C5E2-C6A1-8220-DE4FF48A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3476"/>
            <a:ext cx="4114800" cy="365125"/>
          </a:xfrm>
        </p:spPr>
        <p:txBody>
          <a:bodyPr>
            <a:normAutofit fontScale="92500"/>
          </a:bodyPr>
          <a:lstStyle/>
          <a:p>
            <a:pPr algn="l">
              <a:spcAft>
                <a:spcPts val="600"/>
              </a:spcAft>
            </a:pPr>
            <a:r>
              <a:rPr lang="tr-TR" sz="1100" b="1" dirty="0">
                <a:solidFill>
                  <a:srgbClr val="C00000"/>
                </a:solidFill>
              </a:rPr>
              <a:t>"Bu sunum içeriği ve yapısı Gemini AI desteğiyle hazırlanmıştır."</a:t>
            </a:r>
          </a:p>
        </p:txBody>
      </p:sp>
      <p:graphicFrame>
        <p:nvGraphicFramePr>
          <p:cNvPr id="6" name="İçerik Yer Tutucusu 2">
            <a:extLst>
              <a:ext uri="{FF2B5EF4-FFF2-40B4-BE49-F238E27FC236}">
                <a16:creationId xmlns:a16="http://schemas.microsoft.com/office/drawing/2014/main" id="{AB219D05-F350-DA64-5DCB-616D650932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868492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5195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A97FD57-5BA5-0600-747B-968ED9E75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tr-TR" sz="4000">
                <a:solidFill>
                  <a:srgbClr val="FFFFFF"/>
                </a:solidFill>
              </a:rPr>
              <a:t>Final ve Gelecek Planları </a:t>
            </a:r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A46C187-DE29-99F8-3C7B-457BA5C8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10628"/>
            <a:ext cx="4114800" cy="365125"/>
          </a:xfrm>
        </p:spPr>
        <p:txBody>
          <a:bodyPr>
            <a:normAutofit fontScale="92500"/>
          </a:bodyPr>
          <a:lstStyle/>
          <a:p>
            <a:pPr algn="l">
              <a:spcAft>
                <a:spcPts val="600"/>
              </a:spcAft>
            </a:pPr>
            <a:r>
              <a:rPr lang="tr-TR" sz="1100" b="1" dirty="0">
                <a:solidFill>
                  <a:srgbClr val="C00000"/>
                </a:solidFill>
              </a:rPr>
              <a:t>"Bu sunum içeriği ve yapısı Gemini AI desteğiyle hazırlanmıştır."</a:t>
            </a:r>
          </a:p>
        </p:txBody>
      </p:sp>
      <p:graphicFrame>
        <p:nvGraphicFramePr>
          <p:cNvPr id="6" name="İçerik Yer Tutucusu 2">
            <a:extLst>
              <a:ext uri="{FF2B5EF4-FFF2-40B4-BE49-F238E27FC236}">
                <a16:creationId xmlns:a16="http://schemas.microsoft.com/office/drawing/2014/main" id="{6B5F5549-EC5C-DFE3-7F18-0EF86DBBAA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007877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0364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351</Words>
  <Application>Microsoft Office PowerPoint</Application>
  <PresentationFormat>Geniş ekran</PresentationFormat>
  <Paragraphs>28</Paragraphs>
  <Slides>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Teması</vt:lpstr>
      <vt:lpstr>OSOP – DATABASE MANAGER</vt:lpstr>
      <vt:lpstr>Projenin Amacı ve Sorun Tanımı</vt:lpstr>
      <vt:lpstr>Teknik Mimari ve Teknoloji Yığını</vt:lpstr>
      <vt:lpstr>Dosya Yapısı ve Proje Düzeni</vt:lpstr>
      <vt:lpstr>Final ve Gelecek Planları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Mikayil Hakkı ÇAKIR</dc:creator>
  <cp:lastModifiedBy>Mikayil Hakkı ÇAKIR</cp:lastModifiedBy>
  <cp:revision>1</cp:revision>
  <dcterms:created xsi:type="dcterms:W3CDTF">2026-01-19T23:22:35Z</dcterms:created>
  <dcterms:modified xsi:type="dcterms:W3CDTF">2026-01-19T23:36:01Z</dcterms:modified>
</cp:coreProperties>
</file>